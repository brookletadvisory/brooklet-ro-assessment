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9AA17-A3B9-4383-A88B-89523DFF85DB}" v="3" dt="2026-06-23T01:40:35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98" autoAdjust="0"/>
  </p:normalViewPr>
  <p:slideViewPr>
    <p:cSldViewPr snapToGrid="0">
      <p:cViewPr varScale="1">
        <p:scale>
          <a:sx n="68" d="100"/>
          <a:sy n="68" d="100"/>
        </p:scale>
        <p:origin x="5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Xu" userId="5fecf4b1-8f14-4c48-b86c-923fae02eedc" providerId="ADAL" clId="{CD27FD94-FE50-4DD1-862C-62FFB6AE9BCB}"/>
    <pc:docChg chg="modSld">
      <pc:chgData name="Joyce Xu" userId="5fecf4b1-8f14-4c48-b86c-923fae02eedc" providerId="ADAL" clId="{CD27FD94-FE50-4DD1-862C-62FFB6AE9BCB}" dt="2026-06-23T01:40:39.363" v="33" actId="20577"/>
      <pc:docMkLst>
        <pc:docMk/>
      </pc:docMkLst>
      <pc:sldChg chg="addSp modSp mod">
        <pc:chgData name="Joyce Xu" userId="5fecf4b1-8f14-4c48-b86c-923fae02eedc" providerId="ADAL" clId="{CD27FD94-FE50-4DD1-862C-62FFB6AE9BCB}" dt="2026-06-23T01:40:39.363" v="33" actId="20577"/>
        <pc:sldMkLst>
          <pc:docMk/>
          <pc:sldMk cId="754243788" sldId="257"/>
        </pc:sldMkLst>
        <pc:spChg chg="mod">
          <ac:chgData name="Joyce Xu" userId="5fecf4b1-8f14-4c48-b86c-923fae02eedc" providerId="ADAL" clId="{CD27FD94-FE50-4DD1-862C-62FFB6AE9BCB}" dt="2026-06-18T02:13:23.083" v="7" actId="20577"/>
          <ac:spMkLst>
            <pc:docMk/>
            <pc:sldMk cId="754243788" sldId="257"/>
            <ac:spMk id="5" creationId="{ADDA4338-5EB3-B2AB-56C7-D835C8C62D8F}"/>
          </ac:spMkLst>
        </pc:spChg>
        <pc:spChg chg="mod">
          <ac:chgData name="Joyce Xu" userId="5fecf4b1-8f14-4c48-b86c-923fae02eedc" providerId="ADAL" clId="{CD27FD94-FE50-4DD1-862C-62FFB6AE9BCB}" dt="2026-06-18T02:13:47.384" v="25" actId="20577"/>
          <ac:spMkLst>
            <pc:docMk/>
            <pc:sldMk cId="754243788" sldId="257"/>
            <ac:spMk id="13" creationId="{AF742B66-8810-2DCA-A7B3-CED0D48D1972}"/>
          </ac:spMkLst>
        </pc:spChg>
        <pc:spChg chg="mod">
          <ac:chgData name="Joyce Xu" userId="5fecf4b1-8f14-4c48-b86c-923fae02eedc" providerId="ADAL" clId="{CD27FD94-FE50-4DD1-862C-62FFB6AE9BCB}" dt="2026-06-18T02:13:58.095" v="29" actId="20577"/>
          <ac:spMkLst>
            <pc:docMk/>
            <pc:sldMk cId="754243788" sldId="257"/>
            <ac:spMk id="104" creationId="{00000000-0000-0000-0000-000000000000}"/>
          </ac:spMkLst>
        </pc:spChg>
        <pc:spChg chg="mod">
          <ac:chgData name="Joyce Xu" userId="5fecf4b1-8f14-4c48-b86c-923fae02eedc" providerId="ADAL" clId="{CD27FD94-FE50-4DD1-862C-62FFB6AE9BCB}" dt="2026-06-18T02:13:38.571" v="12" actId="20577"/>
          <ac:spMkLst>
            <pc:docMk/>
            <pc:sldMk cId="754243788" sldId="257"/>
            <ac:spMk id="115" creationId="{00000000-0000-0000-0000-000000000000}"/>
          </ac:spMkLst>
        </pc:spChg>
        <pc:spChg chg="mod">
          <ac:chgData name="Joyce Xu" userId="5fecf4b1-8f14-4c48-b86c-923fae02eedc" providerId="ADAL" clId="{CD27FD94-FE50-4DD1-862C-62FFB6AE9BCB}" dt="2026-06-18T02:13:21.397" v="6" actId="20577"/>
          <ac:spMkLst>
            <pc:docMk/>
            <pc:sldMk cId="754243788" sldId="257"/>
            <ac:spMk id="120" creationId="{00000000-0000-0000-0000-000000000000}"/>
          </ac:spMkLst>
        </pc:spChg>
        <pc:spChg chg="mod">
          <ac:chgData name="Joyce Xu" userId="5fecf4b1-8f14-4c48-b86c-923fae02eedc" providerId="ADAL" clId="{CD27FD94-FE50-4DD1-862C-62FFB6AE9BCB}" dt="2026-06-23T01:40:39.363" v="33" actId="20577"/>
          <ac:spMkLst>
            <pc:docMk/>
            <pc:sldMk cId="754243788" sldId="257"/>
            <ac:spMk id="143" creationId="{00000000-0000-0000-0000-000000000000}"/>
          </ac:spMkLst>
        </pc:spChg>
        <pc:graphicFrameChg chg="add mod">
          <ac:chgData name="Joyce Xu" userId="5fecf4b1-8f14-4c48-b86c-923fae02eedc" providerId="ADAL" clId="{CD27FD94-FE50-4DD1-862C-62FFB6AE9BCB}" dt="2026-06-23T01:40:32.302" v="31"/>
          <ac:graphicFrameMkLst>
            <pc:docMk/>
            <pc:sldMk cId="754243788" sldId="257"/>
            <ac:graphicFrameMk id="9" creationId="{7F76B912-99A3-3A7F-3C01-31328B95AC7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25E8-01F6-D88B-DF58-611CFC0F2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E3C83-7D13-09E1-365A-6CBAC03DF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5D04-6F72-7743-B5D6-68700577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68667-BD10-A81B-24E9-AC07E485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7270-4FEF-513A-E2FA-630EF6445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3246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55E8-DC0B-A1C5-462E-5DF83460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C09D7-F112-740D-D17C-EE4D9A87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89458-95EF-5D3F-6A59-944CC2A1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45106-B911-2061-73D4-9CFCC17D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9AD6B-BBF2-7A77-F1A5-0E11473C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1495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813B-DD7C-4E1A-DCCF-4C1ADFCC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0DE5F-48F8-1BD8-C44C-879E0FC1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D072-7D64-A0F1-A713-2FC23844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BD91A-ADFD-83FB-082C-1F8E3FDC1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70C6-FD12-17CA-300F-EDE2BAE9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3868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D0FC-AC0C-C501-C6B8-1FD3AA10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A0244-726A-77F8-AB67-9172CE6FB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2B6C4-E824-84C6-2763-BB5CF98A9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3859C-0A8E-27C4-9BBB-BE2DD263F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51E03-9745-5533-09F7-9161F2BB0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5BAAF-23F6-86A2-A329-7DA897CB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93950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BCB6-2774-8A34-6A73-45E81900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3AA4A-B86F-1B57-ACC7-30FD74A02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1514C-BA3F-D99C-8736-7D32C1DFA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E9725-5876-8D46-4B1B-C509447CB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E10AA-DE26-F81F-B8C9-B8B33195C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61375-8FCD-F40C-5E3E-0EC5C63A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27B7A-791C-FD48-5BB1-9C6E073D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FF4DA-3DE0-ABED-5EBD-5FE22DCD9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7682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8B2E-2E98-A283-128E-75F9DEBD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959C2-380F-EF2D-072D-3CC2ED922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617E4-CECA-D27D-38A0-7DE49B72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B905F-B947-3881-5B14-BE0EC4FC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9077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13CEE-E025-B4E6-1BDF-2325A5CC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F908C-4585-9EAC-1797-EA2ACEEB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16C3C-8D76-68D6-5FE0-45D515B2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3242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386D-7963-5DE2-BB03-638C57B6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18B7D-64E1-5901-3BDA-DBF22FC1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757EF-6F19-2D3C-82EF-50932DEF2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FEFA1-2069-44A7-E43E-53BB57725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30249-16C6-9CF3-DF6D-B5FA79BE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FE127-0426-2D3C-3011-B923FAF0C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8055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3569-6CD4-0BD7-545E-014BD8FDE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206E6-A15D-6051-C874-0E046AC84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84F51-7592-ED20-A160-1598982A1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49838-C3D3-B30E-4F07-02FEAFBA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5AA07-633D-FAB9-CFC6-C3901587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644B1-7D27-A157-CF9A-047D5CDB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38001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0A08-74CB-E0A2-5663-5AC188C7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D1F1D-C043-9856-D261-718A0959F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EC116-FB0E-28FB-EEE9-337EF99D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FE923-B149-8F60-0EDE-8104E806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B072-D107-9B10-5AA3-B478D737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6643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DCE513-346E-BBCE-1823-38F83A84B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597B9-B78C-BD28-33E9-87CEF18A1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43D42-9CA9-AFE3-E23A-EBA9C5F75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4853-809B-6DF7-8961-5420873F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BBE1D-39E4-09AB-9AA9-D03CAF96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4756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6E6395-0708-180B-D8E8-07A82769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7C00C-01F3-DFF1-4BA8-266E7FB22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0F5C3-64BA-83F7-8C73-786A16381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7FEFE-476E-4A3E-BBD2-CB10C90A6314}" type="datetimeFigureOut">
              <a:rPr lang="en-HK" smtClean="0"/>
              <a:t>23/6/2026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47850-0A72-C4A1-36E9-331937DB7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8AC4A-4907-409C-E74B-56766D3A3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0B970-1299-40D4-8E15-8BF48A08E09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9214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页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3A08ED5-58BE-F412-F43D-F02731C332A0}"/>
              </a:ext>
            </a:extLst>
          </p:cNvPr>
          <p:cNvGrpSpPr/>
          <p:nvPr/>
        </p:nvGrpSpPr>
        <p:grpSpPr>
          <a:xfrm>
            <a:off x="5110761" y="835344"/>
            <a:ext cx="2134899" cy="925330"/>
            <a:chOff x="3957584" y="1882280"/>
            <a:chExt cx="1816327" cy="925330"/>
          </a:xfrm>
        </p:grpSpPr>
        <p:sp>
          <p:nvSpPr>
            <p:cNvPr id="102" name="长方形"/>
            <p:cNvSpPr/>
            <p:nvPr/>
          </p:nvSpPr>
          <p:spPr>
            <a:xfrm>
              <a:off x="3965937" y="1882280"/>
              <a:ext cx="1807974" cy="431950"/>
            </a:xfrm>
            <a:custGeom>
              <a:avLst/>
              <a:gdLst>
                <a:gd name="connsiteX0" fmla="*/ 0 w 1807300"/>
                <a:gd name="connsiteY0" fmla="*/ 215975 h 431950"/>
                <a:gd name="connsiteX1" fmla="*/ 903650 w 1807300"/>
                <a:gd name="connsiteY1" fmla="*/ 0 h 431950"/>
                <a:gd name="connsiteX2" fmla="*/ 1807300 w 1807300"/>
                <a:gd name="connsiteY2" fmla="*/ 215975 h 431950"/>
                <a:gd name="connsiteX3" fmla="*/ 903650 w 1807300"/>
                <a:gd name="connsiteY3" fmla="*/ 431950 h 43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7300" h="431950" stroke="0">
                  <a:moveTo>
                    <a:pt x="1807300" y="431950"/>
                  </a:moveTo>
                  <a:lnTo>
                    <a:pt x="1807300" y="0"/>
                  </a:lnTo>
                  <a:lnTo>
                    <a:pt x="0" y="0"/>
                  </a:lnTo>
                  <a:lnTo>
                    <a:pt x="0" y="431950"/>
                  </a:lnTo>
                  <a:lnTo>
                    <a:pt x="1807300" y="431950"/>
                  </a:lnTo>
                  <a:close/>
                </a:path>
                <a:path w="1807300" h="431950" fill="none">
                  <a:moveTo>
                    <a:pt x="1807300" y="431950"/>
                  </a:moveTo>
                  <a:lnTo>
                    <a:pt x="1807300" y="0"/>
                  </a:lnTo>
                  <a:lnTo>
                    <a:pt x="0" y="0"/>
                  </a:lnTo>
                  <a:lnTo>
                    <a:pt x="0" y="431950"/>
                  </a:lnTo>
                  <a:lnTo>
                    <a:pt x="1807300" y="431950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800" b="1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Board of Directors</a:t>
              </a:r>
            </a:p>
          </p:txBody>
        </p:sp>
        <p:sp>
          <p:nvSpPr>
            <p:cNvPr id="103" name="ConnectLine"/>
            <p:cNvSpPr/>
            <p:nvPr/>
          </p:nvSpPr>
          <p:spPr>
            <a:xfrm>
              <a:off x="4861960" y="2322494"/>
              <a:ext cx="5300" cy="143100"/>
            </a:xfrm>
            <a:custGeom>
              <a:avLst/>
              <a:gdLst/>
              <a:ahLst/>
              <a:cxnLst/>
              <a:rect l="l" t="t" r="r" b="b"/>
              <a:pathLst>
                <a:path w="5300" h="143100" fill="none">
                  <a:moveTo>
                    <a:pt x="0" y="0"/>
                  </a:moveTo>
                  <a:lnTo>
                    <a:pt x="0" y="143100"/>
                  </a:lnTo>
                </a:path>
              </a:pathLst>
            </a:custGeom>
            <a:noFill/>
            <a:ln w="5300" cap="flat">
              <a:solidFill>
                <a:srgbClr val="191919"/>
              </a:solidFill>
              <a:miter/>
            </a:ln>
          </p:spPr>
          <p:txBody>
            <a:bodyPr/>
            <a:lstStyle/>
            <a:p>
              <a:endParaRPr lang="en-HK" sz="700">
                <a:latin typeface="Candara" panose="020E0502030303020204" pitchFamily="34" charset="0"/>
              </a:endParaRPr>
            </a:p>
          </p:txBody>
        </p:sp>
        <p:sp>
          <p:nvSpPr>
            <p:cNvPr id="104" name="长方形"/>
            <p:cNvSpPr/>
            <p:nvPr/>
          </p:nvSpPr>
          <p:spPr>
            <a:xfrm>
              <a:off x="3957584" y="2457139"/>
              <a:ext cx="1807974" cy="350471"/>
            </a:xfrm>
            <a:custGeom>
              <a:avLst/>
              <a:gdLst>
                <a:gd name="connsiteX0" fmla="*/ 0 w 1807300"/>
                <a:gd name="connsiteY0" fmla="*/ 215975 h 431950"/>
                <a:gd name="connsiteX1" fmla="*/ 903650 w 1807300"/>
                <a:gd name="connsiteY1" fmla="*/ 0 h 431950"/>
                <a:gd name="connsiteX2" fmla="*/ 1807300 w 1807300"/>
                <a:gd name="connsiteY2" fmla="*/ 215975 h 431950"/>
                <a:gd name="connsiteX3" fmla="*/ 903650 w 1807300"/>
                <a:gd name="connsiteY3" fmla="*/ 431950 h 43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7300" h="431950" stroke="0">
                  <a:moveTo>
                    <a:pt x="1807300" y="431950"/>
                  </a:moveTo>
                  <a:lnTo>
                    <a:pt x="1807300" y="0"/>
                  </a:lnTo>
                  <a:lnTo>
                    <a:pt x="0" y="0"/>
                  </a:lnTo>
                  <a:lnTo>
                    <a:pt x="0" y="431950"/>
                  </a:lnTo>
                  <a:lnTo>
                    <a:pt x="1807300" y="431950"/>
                  </a:lnTo>
                  <a:close/>
                </a:path>
                <a:path w="1807300" h="431950" fill="none">
                  <a:moveTo>
                    <a:pt x="1807300" y="431950"/>
                  </a:moveTo>
                  <a:lnTo>
                    <a:pt x="1807300" y="0"/>
                  </a:lnTo>
                  <a:lnTo>
                    <a:pt x="0" y="0"/>
                  </a:lnTo>
                  <a:lnTo>
                    <a:pt x="0" y="431950"/>
                  </a:lnTo>
                  <a:lnTo>
                    <a:pt x="1807300" y="431950"/>
                  </a:lnTo>
                  <a:close/>
                </a:path>
              </a:pathLst>
            </a:custGeom>
            <a:solidFill>
              <a:srgbClr val="FFFFFF"/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CHENG </a:t>
              </a:r>
              <a:r>
                <a:rPr lang="en-US" altLang="zh-CN" sz="70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Chuange</a:t>
              </a:r>
              <a:endParaRPr lang="en-US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Director, Responsible Officer</a:t>
              </a:r>
              <a:endParaRPr lang="en-HK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</p:txBody>
        </p:sp>
      </p:grpSp>
      <p:sp>
        <p:nvSpPr>
          <p:cNvPr id="105" name="圆角矩形"/>
          <p:cNvSpPr/>
          <p:nvPr/>
        </p:nvSpPr>
        <p:spPr>
          <a:xfrm>
            <a:off x="5116066" y="1787161"/>
            <a:ext cx="2124288" cy="202193"/>
          </a:xfrm>
          <a:custGeom>
            <a:avLst/>
            <a:gdLst>
              <a:gd name="connsiteX0" fmla="*/ 903650 w 1807300"/>
              <a:gd name="connsiteY0" fmla="*/ 202193 h 202193"/>
              <a:gd name="connsiteX1" fmla="*/ 903650 w 1807300"/>
              <a:gd name="connsiteY1" fmla="*/ 0 h 202193"/>
              <a:gd name="connsiteX2" fmla="*/ 1807300 w 1807300"/>
              <a:gd name="connsiteY2" fmla="*/ 101096 h 202193"/>
              <a:gd name="connsiteX3" fmla="*/ 0 w 1807300"/>
              <a:gd name="connsiteY3" fmla="*/ 101096 h 202193"/>
              <a:gd name="connsiteX4" fmla="*/ 903650 w 1807300"/>
              <a:gd name="connsiteY4" fmla="*/ 101096 h 2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7300" h="202193" stroke="0">
                <a:moveTo>
                  <a:pt x="1743700" y="202193"/>
                </a:moveTo>
                <a:cubicBezTo>
                  <a:pt x="1778828" y="202193"/>
                  <a:pt x="1807300" y="173719"/>
                  <a:pt x="1807300" y="138593"/>
                </a:cubicBezTo>
                <a:lnTo>
                  <a:pt x="1807300" y="63600"/>
                </a:lnTo>
                <a:cubicBezTo>
                  <a:pt x="1807300" y="28474"/>
                  <a:pt x="1778828" y="0"/>
                  <a:pt x="1743700" y="0"/>
                </a:cubicBezTo>
                <a:lnTo>
                  <a:pt x="63600" y="0"/>
                </a:lnTo>
                <a:cubicBezTo>
                  <a:pt x="28474" y="0"/>
                  <a:pt x="0" y="28474"/>
                  <a:pt x="0" y="63600"/>
                </a:cubicBezTo>
                <a:lnTo>
                  <a:pt x="0" y="138593"/>
                </a:lnTo>
                <a:cubicBezTo>
                  <a:pt x="0" y="173719"/>
                  <a:pt x="28474" y="202193"/>
                  <a:pt x="63600" y="202193"/>
                </a:cubicBezTo>
                <a:lnTo>
                  <a:pt x="1743700" y="202193"/>
                </a:lnTo>
                <a:close/>
              </a:path>
              <a:path w="1807300" h="202193" fill="none">
                <a:moveTo>
                  <a:pt x="1743700" y="202193"/>
                </a:moveTo>
                <a:cubicBezTo>
                  <a:pt x="1778828" y="202193"/>
                  <a:pt x="1807300" y="173719"/>
                  <a:pt x="1807300" y="138593"/>
                </a:cubicBezTo>
                <a:lnTo>
                  <a:pt x="1807300" y="63600"/>
                </a:lnTo>
                <a:cubicBezTo>
                  <a:pt x="1807300" y="28474"/>
                  <a:pt x="1778828" y="0"/>
                  <a:pt x="1743700" y="0"/>
                </a:cubicBezTo>
                <a:lnTo>
                  <a:pt x="63600" y="0"/>
                </a:lnTo>
                <a:cubicBezTo>
                  <a:pt x="28474" y="0"/>
                  <a:pt x="0" y="28474"/>
                  <a:pt x="0" y="63600"/>
                </a:cubicBezTo>
                <a:lnTo>
                  <a:pt x="0" y="138593"/>
                </a:lnTo>
                <a:cubicBezTo>
                  <a:pt x="0" y="173719"/>
                  <a:pt x="28474" y="202193"/>
                  <a:pt x="63600" y="202193"/>
                </a:cubicBezTo>
                <a:lnTo>
                  <a:pt x="1743700" y="202193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5300" cap="flat">
            <a:solidFill>
              <a:srgbClr val="101843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MIC of Overall Management Oversight</a:t>
            </a:r>
          </a:p>
        </p:txBody>
      </p:sp>
      <p:sp>
        <p:nvSpPr>
          <p:cNvPr id="115" name="长方形"/>
          <p:cNvSpPr/>
          <p:nvPr/>
        </p:nvSpPr>
        <p:spPr>
          <a:xfrm>
            <a:off x="3724655" y="2826619"/>
            <a:ext cx="828485" cy="752400"/>
          </a:xfrm>
          <a:custGeom>
            <a:avLst/>
            <a:gdLst>
              <a:gd name="connsiteX0" fmla="*/ 0 w 1953050"/>
              <a:gd name="connsiteY0" fmla="*/ 193846 h 387693"/>
              <a:gd name="connsiteX1" fmla="*/ 976525 w 1953050"/>
              <a:gd name="connsiteY1" fmla="*/ 0 h 387693"/>
              <a:gd name="connsiteX2" fmla="*/ 1953050 w 1953050"/>
              <a:gd name="connsiteY2" fmla="*/ 193846 h 387693"/>
              <a:gd name="connsiteX3" fmla="*/ 976525 w 1953050"/>
              <a:gd name="connsiteY3" fmla="*/ 387693 h 38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3050" h="387693" stroke="0">
                <a:moveTo>
                  <a:pt x="1953050" y="387693"/>
                </a:moveTo>
                <a:lnTo>
                  <a:pt x="1953050" y="0"/>
                </a:lnTo>
                <a:lnTo>
                  <a:pt x="0" y="0"/>
                </a:lnTo>
                <a:lnTo>
                  <a:pt x="0" y="387693"/>
                </a:lnTo>
                <a:lnTo>
                  <a:pt x="1953050" y="387693"/>
                </a:lnTo>
                <a:close/>
              </a:path>
              <a:path w="1953050" h="387693" fill="none">
                <a:moveTo>
                  <a:pt x="1953050" y="387693"/>
                </a:moveTo>
                <a:lnTo>
                  <a:pt x="1953050" y="0"/>
                </a:lnTo>
                <a:lnTo>
                  <a:pt x="0" y="0"/>
                </a:lnTo>
                <a:lnTo>
                  <a:pt x="0" y="387693"/>
                </a:lnTo>
                <a:lnTo>
                  <a:pt x="1953050" y="387693"/>
                </a:lnTo>
                <a:close/>
              </a:path>
            </a:pathLst>
          </a:custGeom>
          <a:solidFill>
            <a:srgbClr val="FFFFFF"/>
          </a:solidFill>
          <a:ln w="5300" cap="flat">
            <a:solidFill>
              <a:srgbClr val="101843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en-US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CHENG Chuange</a:t>
            </a:r>
            <a:endParaRPr lang="en-HK" altLang="zh-TW" sz="700" dirty="0">
              <a:solidFill>
                <a:srgbClr val="454545"/>
              </a:solidFill>
              <a:latin typeface="Candara" panose="020E0502030303020204" pitchFamily="34" charset="0"/>
              <a:ea typeface="微软雅黑"/>
              <a:cs typeface="微软雅黑"/>
            </a:endParaRPr>
          </a:p>
          <a:p>
            <a:pPr algn="ctr"/>
            <a:r>
              <a:rPr lang="en-HK" altLang="zh-TW" sz="700" dirty="0">
                <a:solidFill>
                  <a:srgbClr val="595959"/>
                </a:solidFill>
                <a:latin typeface="Candara" panose="020E0502030303020204" pitchFamily="34" charset="0"/>
                <a:ea typeface="微软雅黑"/>
                <a:cs typeface="微软雅黑"/>
              </a:rPr>
              <a:t>Responsible Officer</a:t>
            </a:r>
            <a:endParaRPr lang="zh-CN" altLang="en-US" sz="700" dirty="0">
              <a:solidFill>
                <a:srgbClr val="454545"/>
              </a:solidFill>
              <a:latin typeface="Candara" panose="020E0502030303020204" pitchFamily="34" charset="0"/>
              <a:ea typeface="微软雅黑"/>
              <a:cs typeface="微软雅黑"/>
            </a:endParaRPr>
          </a:p>
        </p:txBody>
      </p:sp>
      <p:sp>
        <p:nvSpPr>
          <p:cNvPr id="116" name="圆角矩形"/>
          <p:cNvSpPr/>
          <p:nvPr/>
        </p:nvSpPr>
        <p:spPr>
          <a:xfrm>
            <a:off x="3713904" y="3602278"/>
            <a:ext cx="850359" cy="428400"/>
          </a:xfrm>
          <a:custGeom>
            <a:avLst/>
            <a:gdLst>
              <a:gd name="connsiteX0" fmla="*/ 976525 w 1953050"/>
              <a:gd name="connsiteY0" fmla="*/ 202193 h 202193"/>
              <a:gd name="connsiteX1" fmla="*/ 976525 w 1953050"/>
              <a:gd name="connsiteY1" fmla="*/ 0 h 202193"/>
              <a:gd name="connsiteX2" fmla="*/ 1953050 w 1953050"/>
              <a:gd name="connsiteY2" fmla="*/ 101096 h 202193"/>
              <a:gd name="connsiteX3" fmla="*/ 0 w 1953050"/>
              <a:gd name="connsiteY3" fmla="*/ 101096 h 202193"/>
              <a:gd name="connsiteX4" fmla="*/ 976525 w 1953050"/>
              <a:gd name="connsiteY4" fmla="*/ 101096 h 20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3050" h="202193" stroke="0">
                <a:moveTo>
                  <a:pt x="1889450" y="202193"/>
                </a:moveTo>
                <a:cubicBezTo>
                  <a:pt x="1924578" y="202193"/>
                  <a:pt x="1953050" y="173719"/>
                  <a:pt x="1953050" y="138593"/>
                </a:cubicBezTo>
                <a:lnTo>
                  <a:pt x="1953050" y="63600"/>
                </a:lnTo>
                <a:cubicBezTo>
                  <a:pt x="1953050" y="28474"/>
                  <a:pt x="1924578" y="0"/>
                  <a:pt x="1889450" y="0"/>
                </a:cubicBezTo>
                <a:lnTo>
                  <a:pt x="63600" y="0"/>
                </a:lnTo>
                <a:cubicBezTo>
                  <a:pt x="28474" y="0"/>
                  <a:pt x="0" y="28474"/>
                  <a:pt x="0" y="63600"/>
                </a:cubicBezTo>
                <a:lnTo>
                  <a:pt x="0" y="138593"/>
                </a:lnTo>
                <a:cubicBezTo>
                  <a:pt x="0" y="173719"/>
                  <a:pt x="28474" y="202193"/>
                  <a:pt x="63600" y="202193"/>
                </a:cubicBezTo>
                <a:lnTo>
                  <a:pt x="1889450" y="202193"/>
                </a:lnTo>
                <a:close/>
              </a:path>
              <a:path w="1953050" h="202193" fill="none">
                <a:moveTo>
                  <a:pt x="1889450" y="202193"/>
                </a:moveTo>
                <a:cubicBezTo>
                  <a:pt x="1924578" y="202193"/>
                  <a:pt x="1953050" y="173719"/>
                  <a:pt x="1953050" y="138593"/>
                </a:cubicBezTo>
                <a:lnTo>
                  <a:pt x="1953050" y="63600"/>
                </a:lnTo>
                <a:cubicBezTo>
                  <a:pt x="1953050" y="28474"/>
                  <a:pt x="1924578" y="0"/>
                  <a:pt x="1889450" y="0"/>
                </a:cubicBezTo>
                <a:lnTo>
                  <a:pt x="63600" y="0"/>
                </a:lnTo>
                <a:cubicBezTo>
                  <a:pt x="28474" y="0"/>
                  <a:pt x="0" y="28474"/>
                  <a:pt x="0" y="63600"/>
                </a:cubicBezTo>
                <a:lnTo>
                  <a:pt x="0" y="138593"/>
                </a:lnTo>
                <a:cubicBezTo>
                  <a:pt x="0" y="173719"/>
                  <a:pt x="28474" y="202193"/>
                  <a:pt x="63600" y="202193"/>
                </a:cubicBezTo>
                <a:lnTo>
                  <a:pt x="1889450" y="202193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5300" cap="flat">
            <a:solidFill>
              <a:srgbClr val="101843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en-US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 MIC of Key Business Line (Type 4 &amp; 9 RA)</a:t>
            </a:r>
          </a:p>
        </p:txBody>
      </p:sp>
      <p:sp>
        <p:nvSpPr>
          <p:cNvPr id="120" name="长方形"/>
          <p:cNvSpPr/>
          <p:nvPr/>
        </p:nvSpPr>
        <p:spPr>
          <a:xfrm>
            <a:off x="3743955" y="4255853"/>
            <a:ext cx="791017" cy="285117"/>
          </a:xfrm>
          <a:custGeom>
            <a:avLst/>
            <a:gdLst>
              <a:gd name="connsiteX0" fmla="*/ 0 w 1953050"/>
              <a:gd name="connsiteY0" fmla="*/ 143496 h 286993"/>
              <a:gd name="connsiteX1" fmla="*/ 976525 w 1953050"/>
              <a:gd name="connsiteY1" fmla="*/ 0 h 286993"/>
              <a:gd name="connsiteX2" fmla="*/ 1953050 w 1953050"/>
              <a:gd name="connsiteY2" fmla="*/ 143496 h 286993"/>
              <a:gd name="connsiteX3" fmla="*/ 976525 w 1953050"/>
              <a:gd name="connsiteY3" fmla="*/ 286993 h 2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3050" h="286993" stroke="0">
                <a:moveTo>
                  <a:pt x="1953050" y="286993"/>
                </a:moveTo>
                <a:lnTo>
                  <a:pt x="1953050" y="0"/>
                </a:lnTo>
                <a:lnTo>
                  <a:pt x="0" y="0"/>
                </a:lnTo>
                <a:lnTo>
                  <a:pt x="0" y="286993"/>
                </a:lnTo>
                <a:lnTo>
                  <a:pt x="1953050" y="286993"/>
                </a:lnTo>
                <a:close/>
              </a:path>
              <a:path w="1953050" h="286993" fill="none">
                <a:moveTo>
                  <a:pt x="1953050" y="286993"/>
                </a:moveTo>
                <a:lnTo>
                  <a:pt x="1953050" y="0"/>
                </a:lnTo>
                <a:lnTo>
                  <a:pt x="0" y="0"/>
                </a:lnTo>
                <a:lnTo>
                  <a:pt x="0" y="286993"/>
                </a:lnTo>
                <a:lnTo>
                  <a:pt x="1953050" y="2869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300" cap="flat">
            <a:solidFill>
              <a:schemeClr val="accent1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en-HK" altLang="zh-CN" sz="7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Investment Management</a:t>
            </a:r>
            <a:endParaRPr lang="zh-CN" altLang="en-US" sz="700" b="1" dirty="0">
              <a:solidFill>
                <a:srgbClr val="454545"/>
              </a:solidFill>
              <a:latin typeface="Candara" panose="020E0502030303020204" pitchFamily="34" charset="0"/>
              <a:ea typeface="微软雅黑"/>
              <a:cs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156B98-3CD8-5200-E83D-914558E3AECC}"/>
              </a:ext>
            </a:extLst>
          </p:cNvPr>
          <p:cNvGrpSpPr/>
          <p:nvPr/>
        </p:nvGrpSpPr>
        <p:grpSpPr>
          <a:xfrm>
            <a:off x="10014256" y="5253638"/>
            <a:ext cx="1162847" cy="1238875"/>
            <a:chOff x="7733681" y="450282"/>
            <a:chExt cx="1162847" cy="1238875"/>
          </a:xfrm>
        </p:grpSpPr>
        <p:sp>
          <p:nvSpPr>
            <p:cNvPr id="138" name="长方形"/>
            <p:cNvSpPr/>
            <p:nvPr/>
          </p:nvSpPr>
          <p:spPr>
            <a:xfrm>
              <a:off x="8076035" y="691432"/>
              <a:ext cx="820493" cy="196100"/>
            </a:xfrm>
            <a:custGeom>
              <a:avLst/>
              <a:gdLst>
                <a:gd name="connsiteX0" fmla="*/ 0 w 820493"/>
                <a:gd name="connsiteY0" fmla="*/ 98050 h 196100"/>
                <a:gd name="connsiteX1" fmla="*/ 410246 w 820493"/>
                <a:gd name="connsiteY1" fmla="*/ 0 h 196100"/>
                <a:gd name="connsiteX2" fmla="*/ 820493 w 820493"/>
                <a:gd name="connsiteY2" fmla="*/ 98050 h 196100"/>
                <a:gd name="connsiteX3" fmla="*/ 410246 w 820493"/>
                <a:gd name="connsiteY3" fmla="*/ 196100 h 1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493" h="196100" stroke="0">
                  <a:moveTo>
                    <a:pt x="820493" y="196100"/>
                  </a:moveTo>
                  <a:lnTo>
                    <a:pt x="820493" y="0"/>
                  </a:lnTo>
                  <a:lnTo>
                    <a:pt x="0" y="0"/>
                  </a:lnTo>
                  <a:lnTo>
                    <a:pt x="0" y="196100"/>
                  </a:lnTo>
                  <a:lnTo>
                    <a:pt x="820493" y="196100"/>
                  </a:lnTo>
                  <a:close/>
                </a:path>
                <a:path w="820493" h="196100" fill="none">
                  <a:moveTo>
                    <a:pt x="820493" y="196100"/>
                  </a:moveTo>
                  <a:lnTo>
                    <a:pt x="820493" y="0"/>
                  </a:lnTo>
                  <a:lnTo>
                    <a:pt x="0" y="0"/>
                  </a:lnTo>
                  <a:lnTo>
                    <a:pt x="0" y="196100"/>
                  </a:lnTo>
                  <a:lnTo>
                    <a:pt x="820493" y="196100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BoD</a:t>
              </a:r>
            </a:p>
          </p:txBody>
        </p:sp>
        <p:sp>
          <p:nvSpPr>
            <p:cNvPr id="139" name="长方形"/>
            <p:cNvSpPr/>
            <p:nvPr/>
          </p:nvSpPr>
          <p:spPr>
            <a:xfrm>
              <a:off x="8076035" y="943182"/>
              <a:ext cx="820493" cy="196100"/>
            </a:xfrm>
            <a:custGeom>
              <a:avLst/>
              <a:gdLst>
                <a:gd name="connsiteX0" fmla="*/ 0 w 820493"/>
                <a:gd name="connsiteY0" fmla="*/ 98050 h 196100"/>
                <a:gd name="connsiteX1" fmla="*/ 410246 w 820493"/>
                <a:gd name="connsiteY1" fmla="*/ 0 h 196100"/>
                <a:gd name="connsiteX2" fmla="*/ 820493 w 820493"/>
                <a:gd name="connsiteY2" fmla="*/ 98050 h 196100"/>
                <a:gd name="connsiteX3" fmla="*/ 410246 w 820493"/>
                <a:gd name="connsiteY3" fmla="*/ 196100 h 1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493" h="196100" stroke="0">
                  <a:moveTo>
                    <a:pt x="820493" y="196100"/>
                  </a:moveTo>
                  <a:lnTo>
                    <a:pt x="820493" y="0"/>
                  </a:lnTo>
                  <a:lnTo>
                    <a:pt x="0" y="0"/>
                  </a:lnTo>
                  <a:lnTo>
                    <a:pt x="0" y="196100"/>
                  </a:lnTo>
                  <a:lnTo>
                    <a:pt x="820493" y="196100"/>
                  </a:lnTo>
                  <a:close/>
                </a:path>
                <a:path w="820493" h="196100" fill="none">
                  <a:moveTo>
                    <a:pt x="820493" y="196100"/>
                  </a:moveTo>
                  <a:lnTo>
                    <a:pt x="820493" y="0"/>
                  </a:lnTo>
                  <a:lnTo>
                    <a:pt x="0" y="0"/>
                  </a:lnTo>
                  <a:lnTo>
                    <a:pt x="0" y="196100"/>
                  </a:lnTo>
                  <a:lnTo>
                    <a:pt x="820493" y="19610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Function</a:t>
              </a:r>
            </a:p>
          </p:txBody>
        </p:sp>
        <p:sp>
          <p:nvSpPr>
            <p:cNvPr id="140" name="长方形"/>
            <p:cNvSpPr/>
            <p:nvPr/>
          </p:nvSpPr>
          <p:spPr>
            <a:xfrm>
              <a:off x="8076035" y="1208182"/>
              <a:ext cx="820493" cy="196100"/>
            </a:xfrm>
            <a:custGeom>
              <a:avLst/>
              <a:gdLst>
                <a:gd name="connsiteX0" fmla="*/ 0 w 820493"/>
                <a:gd name="connsiteY0" fmla="*/ 98050 h 196100"/>
                <a:gd name="connsiteX1" fmla="*/ 410246 w 820493"/>
                <a:gd name="connsiteY1" fmla="*/ 0 h 196100"/>
                <a:gd name="connsiteX2" fmla="*/ 820493 w 820493"/>
                <a:gd name="connsiteY2" fmla="*/ 98050 h 196100"/>
                <a:gd name="connsiteX3" fmla="*/ 410246 w 820493"/>
                <a:gd name="connsiteY3" fmla="*/ 196100 h 1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493" h="196100" stroke="0">
                  <a:moveTo>
                    <a:pt x="820493" y="196100"/>
                  </a:moveTo>
                  <a:lnTo>
                    <a:pt x="820493" y="0"/>
                  </a:lnTo>
                  <a:lnTo>
                    <a:pt x="0" y="0"/>
                  </a:lnTo>
                  <a:lnTo>
                    <a:pt x="0" y="196100"/>
                  </a:lnTo>
                  <a:lnTo>
                    <a:pt x="820493" y="196100"/>
                  </a:lnTo>
                  <a:close/>
                </a:path>
                <a:path w="820493" h="196100" fill="none">
                  <a:moveTo>
                    <a:pt x="820493" y="196100"/>
                  </a:moveTo>
                  <a:lnTo>
                    <a:pt x="820493" y="0"/>
                  </a:lnTo>
                  <a:lnTo>
                    <a:pt x="0" y="0"/>
                  </a:lnTo>
                  <a:lnTo>
                    <a:pt x="0" y="196100"/>
                  </a:lnTo>
                  <a:lnTo>
                    <a:pt x="820493" y="196100"/>
                  </a:lnTo>
                  <a:close/>
                </a:path>
              </a:pathLst>
            </a:custGeom>
            <a:solidFill>
              <a:srgbClr val="FFFFFF"/>
            </a:solidFill>
            <a:ln w="3333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Individual</a:t>
              </a:r>
            </a:p>
          </p:txBody>
        </p:sp>
        <p:sp>
          <p:nvSpPr>
            <p:cNvPr id="141" name="长方形"/>
            <p:cNvSpPr/>
            <p:nvPr/>
          </p:nvSpPr>
          <p:spPr>
            <a:xfrm>
              <a:off x="8076035" y="1493057"/>
              <a:ext cx="820493" cy="196100"/>
            </a:xfrm>
            <a:custGeom>
              <a:avLst/>
              <a:gdLst>
                <a:gd name="connsiteX0" fmla="*/ 0 w 820493"/>
                <a:gd name="connsiteY0" fmla="*/ 98050 h 196100"/>
                <a:gd name="connsiteX1" fmla="*/ 410246 w 820493"/>
                <a:gd name="connsiteY1" fmla="*/ 0 h 196100"/>
                <a:gd name="connsiteX2" fmla="*/ 820493 w 820493"/>
                <a:gd name="connsiteY2" fmla="*/ 98050 h 196100"/>
                <a:gd name="connsiteX3" fmla="*/ 410246 w 820493"/>
                <a:gd name="connsiteY3" fmla="*/ 196100 h 1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493" h="196100" stroke="0">
                  <a:moveTo>
                    <a:pt x="820493" y="196100"/>
                  </a:moveTo>
                  <a:lnTo>
                    <a:pt x="820493" y="0"/>
                  </a:lnTo>
                  <a:lnTo>
                    <a:pt x="0" y="0"/>
                  </a:lnTo>
                  <a:lnTo>
                    <a:pt x="0" y="196100"/>
                  </a:lnTo>
                  <a:lnTo>
                    <a:pt x="820493" y="196100"/>
                  </a:lnTo>
                  <a:close/>
                </a:path>
                <a:path w="820493" h="196100" fill="none">
                  <a:moveTo>
                    <a:pt x="820493" y="196100"/>
                  </a:moveTo>
                  <a:lnTo>
                    <a:pt x="820493" y="0"/>
                  </a:lnTo>
                  <a:lnTo>
                    <a:pt x="0" y="0"/>
                  </a:lnTo>
                  <a:lnTo>
                    <a:pt x="0" y="196100"/>
                  </a:lnTo>
                  <a:lnTo>
                    <a:pt x="820493" y="19610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3333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Department</a:t>
              </a:r>
            </a:p>
          </p:txBody>
        </p:sp>
        <p:sp>
          <p:nvSpPr>
            <p:cNvPr id="142" name="Rectangle"/>
            <p:cNvSpPr/>
            <p:nvPr/>
          </p:nvSpPr>
          <p:spPr>
            <a:xfrm>
              <a:off x="7733681" y="450282"/>
              <a:ext cx="636000" cy="185500"/>
            </a:xfrm>
            <a:custGeom>
              <a:avLst/>
              <a:gdLst/>
              <a:ahLst/>
              <a:cxnLst/>
              <a:rect l="l" t="t" r="r" b="b"/>
              <a:pathLst>
                <a:path w="636000" h="185500" stroke="0">
                  <a:moveTo>
                    <a:pt x="0" y="0"/>
                  </a:moveTo>
                  <a:lnTo>
                    <a:pt x="636000" y="0"/>
                  </a:lnTo>
                  <a:lnTo>
                    <a:pt x="636000" y="185500"/>
                  </a:lnTo>
                  <a:lnTo>
                    <a:pt x="0" y="185500"/>
                  </a:lnTo>
                  <a:lnTo>
                    <a:pt x="0" y="0"/>
                  </a:lnTo>
                  <a:close/>
                </a:path>
                <a:path w="636000" h="185500" fill="none">
                  <a:moveTo>
                    <a:pt x="0" y="0"/>
                  </a:moveTo>
                  <a:lnTo>
                    <a:pt x="636000" y="0"/>
                  </a:lnTo>
                  <a:lnTo>
                    <a:pt x="636000" y="185500"/>
                  </a:lnTo>
                  <a:lnTo>
                    <a:pt x="0" y="1855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53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Legend:</a:t>
              </a:r>
            </a:p>
          </p:txBody>
        </p:sp>
      </p:grpSp>
      <p:sp>
        <p:nvSpPr>
          <p:cNvPr id="143" name="Rectangle"/>
          <p:cNvSpPr/>
          <p:nvPr/>
        </p:nvSpPr>
        <p:spPr>
          <a:xfrm>
            <a:off x="4142561" y="15292"/>
            <a:ext cx="3897058" cy="789700"/>
          </a:xfrm>
          <a:custGeom>
            <a:avLst/>
            <a:gdLst/>
            <a:ahLst/>
            <a:cxnLst/>
            <a:rect l="l" t="t" r="r" b="b"/>
            <a:pathLst>
              <a:path w="3897058" h="789700" stroke="0">
                <a:moveTo>
                  <a:pt x="0" y="0"/>
                </a:moveTo>
                <a:lnTo>
                  <a:pt x="3897058" y="0"/>
                </a:lnTo>
                <a:lnTo>
                  <a:pt x="3897058" y="789700"/>
                </a:lnTo>
                <a:lnTo>
                  <a:pt x="0" y="789700"/>
                </a:lnTo>
                <a:lnTo>
                  <a:pt x="0" y="0"/>
                </a:lnTo>
                <a:close/>
              </a:path>
              <a:path w="3897058" h="789700" fill="none">
                <a:moveTo>
                  <a:pt x="0" y="0"/>
                </a:moveTo>
                <a:lnTo>
                  <a:pt x="3897058" y="0"/>
                </a:lnTo>
                <a:lnTo>
                  <a:pt x="3897058" y="789700"/>
                </a:lnTo>
                <a:lnTo>
                  <a:pt x="0" y="789700"/>
                </a:lnTo>
                <a:lnTo>
                  <a:pt x="0" y="0"/>
                </a:lnTo>
                <a:close/>
              </a:path>
            </a:pathLst>
          </a:custGeom>
          <a:noFill/>
          <a:ln w="53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10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Organisational Chart of </a:t>
            </a:r>
            <a:endParaRPr lang="en-HK" altLang="zh-CN" sz="1000" b="1" dirty="0">
              <a:solidFill>
                <a:srgbClr val="454545"/>
              </a:solidFill>
              <a:latin typeface="Candara" panose="020E0502030303020204" pitchFamily="34" charset="0"/>
              <a:ea typeface="微软雅黑"/>
              <a:cs typeface="微软雅黑"/>
            </a:endParaRPr>
          </a:p>
          <a:p>
            <a:pPr algn="ctr"/>
            <a:r>
              <a:rPr lang="en-US" altLang="zh-CN" sz="10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Solaris Delta Asset Management Company Limited</a:t>
            </a:r>
            <a:endParaRPr lang="zh-CN" altLang="en-US" sz="1000" b="1" dirty="0">
              <a:solidFill>
                <a:srgbClr val="454545"/>
              </a:solidFill>
              <a:latin typeface="Candara" panose="020E0502030303020204" pitchFamily="34" charset="0"/>
              <a:ea typeface="微软雅黑"/>
              <a:cs typeface="微软雅黑"/>
            </a:endParaRPr>
          </a:p>
          <a:p>
            <a:pPr algn="ctr"/>
            <a:r>
              <a:rPr lang="zh-CN" altLang="en-US" sz="10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 (</a:t>
            </a:r>
            <a:r>
              <a:rPr lang="en-US" altLang="zh-CN" sz="10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upon SFC </a:t>
            </a:r>
            <a:r>
              <a:rPr lang="en-US" altLang="zh-CN" sz="1000" b="1" dirty="0" err="1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licence</a:t>
            </a:r>
            <a:r>
              <a:rPr lang="en-US" altLang="zh-CN" sz="10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 approval</a:t>
            </a:r>
            <a:r>
              <a:rPr lang="zh-CN" altLang="en-US" sz="10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) </a:t>
            </a:r>
          </a:p>
        </p:txBody>
      </p:sp>
      <p:sp>
        <p:nvSpPr>
          <p:cNvPr id="132" name="长方形"/>
          <p:cNvSpPr/>
          <p:nvPr/>
        </p:nvSpPr>
        <p:spPr>
          <a:xfrm>
            <a:off x="6826766" y="4248109"/>
            <a:ext cx="792000" cy="284400"/>
          </a:xfrm>
          <a:custGeom>
            <a:avLst/>
            <a:gdLst>
              <a:gd name="connsiteX0" fmla="*/ 0 w 1052050"/>
              <a:gd name="connsiteY0" fmla="*/ 143496 h 286993"/>
              <a:gd name="connsiteX1" fmla="*/ 526025 w 1052050"/>
              <a:gd name="connsiteY1" fmla="*/ 0 h 286993"/>
              <a:gd name="connsiteX2" fmla="*/ 1052050 w 1052050"/>
              <a:gd name="connsiteY2" fmla="*/ 143496 h 286993"/>
              <a:gd name="connsiteX3" fmla="*/ 526025 w 1052050"/>
              <a:gd name="connsiteY3" fmla="*/ 286993 h 2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050" h="286993" stroke="0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  <a:path w="1052050" h="286993" fill="none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300" cap="flat">
            <a:solidFill>
              <a:schemeClr val="accent1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7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Finance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A53942D-6103-4D2E-8936-82679307384E}"/>
              </a:ext>
            </a:extLst>
          </p:cNvPr>
          <p:cNvGrpSpPr/>
          <p:nvPr/>
        </p:nvGrpSpPr>
        <p:grpSpPr>
          <a:xfrm>
            <a:off x="6782285" y="2818877"/>
            <a:ext cx="849600" cy="1204059"/>
            <a:chOff x="6038169" y="2733143"/>
            <a:chExt cx="849600" cy="1204059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25" name="长方形"/>
            <p:cNvSpPr/>
            <p:nvPr/>
          </p:nvSpPr>
          <p:spPr>
            <a:xfrm>
              <a:off x="6046650" y="2733143"/>
              <a:ext cx="828000" cy="752400"/>
            </a:xfrm>
            <a:custGeom>
              <a:avLst/>
              <a:gdLst>
                <a:gd name="connsiteX0" fmla="*/ 0 w 1474725"/>
                <a:gd name="connsiteY0" fmla="*/ 143496 h 286993"/>
                <a:gd name="connsiteX1" fmla="*/ 737363 w 1474725"/>
                <a:gd name="connsiteY1" fmla="*/ 0 h 286993"/>
                <a:gd name="connsiteX2" fmla="*/ 1474725 w 1474725"/>
                <a:gd name="connsiteY2" fmla="*/ 143496 h 286993"/>
                <a:gd name="connsiteX3" fmla="*/ 737363 w 1474725"/>
                <a:gd name="connsiteY3" fmla="*/ 286993 h 286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4725" h="286993" stroke="0">
                  <a:moveTo>
                    <a:pt x="1474725" y="286993"/>
                  </a:moveTo>
                  <a:lnTo>
                    <a:pt x="1474725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474725" y="286993"/>
                  </a:lnTo>
                  <a:close/>
                </a:path>
                <a:path w="1474725" h="286993" fill="none">
                  <a:moveTo>
                    <a:pt x="1474725" y="286993"/>
                  </a:moveTo>
                  <a:lnTo>
                    <a:pt x="1474725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474725" y="286993"/>
                  </a:lnTo>
                  <a:close/>
                </a:path>
              </a:pathLst>
            </a:custGeom>
            <a:solidFill>
              <a:schemeClr val="bg1"/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CHENG Chuange</a:t>
              </a:r>
            </a:p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Responsible Officer</a:t>
              </a:r>
              <a:endParaRPr lang="en-HK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</p:txBody>
        </p:sp>
        <p:sp>
          <p:nvSpPr>
            <p:cNvPr id="43" name="圆角矩形">
              <a:extLst>
                <a:ext uri="{FF2B5EF4-FFF2-40B4-BE49-F238E27FC236}">
                  <a16:creationId xmlns:a16="http://schemas.microsoft.com/office/drawing/2014/main" id="{6AE15DBF-B9EB-DCA7-8504-83CDAFC48008}"/>
                </a:ext>
              </a:extLst>
            </p:cNvPr>
            <p:cNvSpPr/>
            <p:nvPr/>
          </p:nvSpPr>
          <p:spPr>
            <a:xfrm>
              <a:off x="6038169" y="3508802"/>
              <a:ext cx="849600" cy="428400"/>
            </a:xfrm>
            <a:custGeom>
              <a:avLst/>
              <a:gdLst>
                <a:gd name="connsiteX0" fmla="*/ 976525 w 1953050"/>
                <a:gd name="connsiteY0" fmla="*/ 202193 h 202193"/>
                <a:gd name="connsiteX1" fmla="*/ 976525 w 1953050"/>
                <a:gd name="connsiteY1" fmla="*/ 0 h 202193"/>
                <a:gd name="connsiteX2" fmla="*/ 1953050 w 1953050"/>
                <a:gd name="connsiteY2" fmla="*/ 101096 h 202193"/>
                <a:gd name="connsiteX3" fmla="*/ 0 w 1953050"/>
                <a:gd name="connsiteY3" fmla="*/ 101096 h 202193"/>
                <a:gd name="connsiteX4" fmla="*/ 976525 w 1953050"/>
                <a:gd name="connsiteY4" fmla="*/ 101096 h 2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3050" h="202193" stroke="0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  <a:path w="1953050" h="202193" fill="none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</a:pathLst>
            </a:custGeom>
            <a:grpFill/>
            <a:ln w="5300" cap="flat">
              <a:solidFill>
                <a:srgbClr val="101843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MIC of Finance and Accounting</a:t>
              </a:r>
            </a:p>
          </p:txBody>
        </p:sp>
      </p:grpSp>
      <p:sp>
        <p:nvSpPr>
          <p:cNvPr id="133" name="长方形"/>
          <p:cNvSpPr/>
          <p:nvPr/>
        </p:nvSpPr>
        <p:spPr>
          <a:xfrm>
            <a:off x="7856745" y="4248109"/>
            <a:ext cx="792000" cy="284400"/>
          </a:xfrm>
          <a:custGeom>
            <a:avLst/>
            <a:gdLst>
              <a:gd name="connsiteX0" fmla="*/ 0 w 1052050"/>
              <a:gd name="connsiteY0" fmla="*/ 143496 h 286993"/>
              <a:gd name="connsiteX1" fmla="*/ 526025 w 1052050"/>
              <a:gd name="connsiteY1" fmla="*/ 0 h 286993"/>
              <a:gd name="connsiteX2" fmla="*/ 1052050 w 1052050"/>
              <a:gd name="connsiteY2" fmla="*/ 143496 h 286993"/>
              <a:gd name="connsiteX3" fmla="*/ 526025 w 1052050"/>
              <a:gd name="connsiteY3" fmla="*/ 286993 h 2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050" h="286993" stroke="0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  <a:path w="1052050" h="286993" fill="none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300" cap="flat">
            <a:solidFill>
              <a:schemeClr val="accent1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7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Information Technology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666B566-DC57-4250-1A9D-44897D07F922}"/>
              </a:ext>
            </a:extLst>
          </p:cNvPr>
          <p:cNvGrpSpPr/>
          <p:nvPr/>
        </p:nvGrpSpPr>
        <p:grpSpPr>
          <a:xfrm>
            <a:off x="7799145" y="2818877"/>
            <a:ext cx="849600" cy="1204059"/>
            <a:chOff x="7232085" y="2733143"/>
            <a:chExt cx="849600" cy="1204059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2" name="长方形">
              <a:extLst>
                <a:ext uri="{FF2B5EF4-FFF2-40B4-BE49-F238E27FC236}">
                  <a16:creationId xmlns:a16="http://schemas.microsoft.com/office/drawing/2014/main" id="{B5609023-10ED-F066-22F7-2D5CCA720DAB}"/>
                </a:ext>
              </a:extLst>
            </p:cNvPr>
            <p:cNvSpPr/>
            <p:nvPr/>
          </p:nvSpPr>
          <p:spPr>
            <a:xfrm>
              <a:off x="7240067" y="2733143"/>
              <a:ext cx="828000" cy="752400"/>
            </a:xfrm>
            <a:custGeom>
              <a:avLst/>
              <a:gdLst>
                <a:gd name="connsiteX0" fmla="*/ 0 w 1953050"/>
                <a:gd name="connsiteY0" fmla="*/ 143496 h 286993"/>
                <a:gd name="connsiteX1" fmla="*/ 976525 w 1953050"/>
                <a:gd name="connsiteY1" fmla="*/ 0 h 286993"/>
                <a:gd name="connsiteX2" fmla="*/ 1953050 w 1953050"/>
                <a:gd name="connsiteY2" fmla="*/ 143496 h 286993"/>
                <a:gd name="connsiteX3" fmla="*/ 976525 w 1953050"/>
                <a:gd name="connsiteY3" fmla="*/ 286993 h 286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3050" h="286993" stroke="0">
                  <a:moveTo>
                    <a:pt x="1953050" y="286993"/>
                  </a:moveTo>
                  <a:lnTo>
                    <a:pt x="1953050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953050" y="286993"/>
                  </a:lnTo>
                  <a:close/>
                </a:path>
                <a:path w="1953050" h="286993" fill="none">
                  <a:moveTo>
                    <a:pt x="1953050" y="286993"/>
                  </a:moveTo>
                  <a:lnTo>
                    <a:pt x="1953050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953050" y="286993"/>
                  </a:lnTo>
                  <a:close/>
                </a:path>
              </a:pathLst>
            </a:custGeom>
            <a:solidFill>
              <a:schemeClr val="bg1"/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CHENG Chuange</a:t>
              </a:r>
            </a:p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Responsible Officer</a:t>
              </a:r>
              <a:endParaRPr lang="en-HK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</p:txBody>
        </p:sp>
        <p:sp>
          <p:nvSpPr>
            <p:cNvPr id="45" name="圆角矩形">
              <a:extLst>
                <a:ext uri="{FF2B5EF4-FFF2-40B4-BE49-F238E27FC236}">
                  <a16:creationId xmlns:a16="http://schemas.microsoft.com/office/drawing/2014/main" id="{E346A054-DEF7-F034-72A1-D641B8B196D6}"/>
                </a:ext>
              </a:extLst>
            </p:cNvPr>
            <p:cNvSpPr/>
            <p:nvPr/>
          </p:nvSpPr>
          <p:spPr>
            <a:xfrm>
              <a:off x="7232085" y="3508802"/>
              <a:ext cx="849600" cy="428400"/>
            </a:xfrm>
            <a:custGeom>
              <a:avLst/>
              <a:gdLst>
                <a:gd name="connsiteX0" fmla="*/ 976525 w 1953050"/>
                <a:gd name="connsiteY0" fmla="*/ 202193 h 202193"/>
                <a:gd name="connsiteX1" fmla="*/ 976525 w 1953050"/>
                <a:gd name="connsiteY1" fmla="*/ 0 h 202193"/>
                <a:gd name="connsiteX2" fmla="*/ 1953050 w 1953050"/>
                <a:gd name="connsiteY2" fmla="*/ 101096 h 202193"/>
                <a:gd name="connsiteX3" fmla="*/ 0 w 1953050"/>
                <a:gd name="connsiteY3" fmla="*/ 101096 h 202193"/>
                <a:gd name="connsiteX4" fmla="*/ 976525 w 1953050"/>
                <a:gd name="connsiteY4" fmla="*/ 101096 h 2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3050" h="202193" stroke="0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  <a:path w="1953050" h="202193" fill="none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</a:pathLst>
            </a:custGeom>
            <a:grpFill/>
            <a:ln w="5300" cap="flat">
              <a:solidFill>
                <a:srgbClr val="101843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MIC of Information Technology</a:t>
              </a:r>
            </a:p>
          </p:txBody>
        </p:sp>
      </p:grpSp>
      <p:sp>
        <p:nvSpPr>
          <p:cNvPr id="128" name="长方形"/>
          <p:cNvSpPr/>
          <p:nvPr/>
        </p:nvSpPr>
        <p:spPr>
          <a:xfrm>
            <a:off x="8873604" y="4248109"/>
            <a:ext cx="792000" cy="284400"/>
          </a:xfrm>
          <a:custGeom>
            <a:avLst/>
            <a:gdLst>
              <a:gd name="connsiteX0" fmla="*/ 0 w 1052050"/>
              <a:gd name="connsiteY0" fmla="*/ 143496 h 286993"/>
              <a:gd name="connsiteX1" fmla="*/ 526025 w 1052050"/>
              <a:gd name="connsiteY1" fmla="*/ 0 h 286993"/>
              <a:gd name="connsiteX2" fmla="*/ 1052050 w 1052050"/>
              <a:gd name="connsiteY2" fmla="*/ 143496 h 286993"/>
              <a:gd name="connsiteX3" fmla="*/ 526025 w 1052050"/>
              <a:gd name="connsiteY3" fmla="*/ 286993 h 2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050" h="286993" stroke="0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  <a:path w="1052050" h="286993" fill="none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300" cap="flat">
            <a:solidFill>
              <a:schemeClr val="accent1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7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Compliance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A73F53-50C8-6059-79DE-E71FD2CFFA83}"/>
              </a:ext>
            </a:extLst>
          </p:cNvPr>
          <p:cNvGrpSpPr/>
          <p:nvPr/>
        </p:nvGrpSpPr>
        <p:grpSpPr>
          <a:xfrm>
            <a:off x="8816004" y="2818877"/>
            <a:ext cx="849600" cy="1205875"/>
            <a:chOff x="8228241" y="2729615"/>
            <a:chExt cx="849600" cy="1205875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9" name="长方形">
              <a:extLst>
                <a:ext uri="{FF2B5EF4-FFF2-40B4-BE49-F238E27FC236}">
                  <a16:creationId xmlns:a16="http://schemas.microsoft.com/office/drawing/2014/main" id="{73673626-4BF4-DD6F-082A-8F19A21712D6}"/>
                </a:ext>
              </a:extLst>
            </p:cNvPr>
            <p:cNvSpPr/>
            <p:nvPr/>
          </p:nvSpPr>
          <p:spPr>
            <a:xfrm>
              <a:off x="8228241" y="2729615"/>
              <a:ext cx="828000" cy="752400"/>
            </a:xfrm>
            <a:custGeom>
              <a:avLst/>
              <a:gdLst>
                <a:gd name="connsiteX0" fmla="*/ 0 w 1953050"/>
                <a:gd name="connsiteY0" fmla="*/ 143496 h 286993"/>
                <a:gd name="connsiteX1" fmla="*/ 976525 w 1953050"/>
                <a:gd name="connsiteY1" fmla="*/ 0 h 286993"/>
                <a:gd name="connsiteX2" fmla="*/ 1953050 w 1953050"/>
                <a:gd name="connsiteY2" fmla="*/ 143496 h 286993"/>
                <a:gd name="connsiteX3" fmla="*/ 976525 w 1953050"/>
                <a:gd name="connsiteY3" fmla="*/ 286993 h 286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3050" h="286993" stroke="0">
                  <a:moveTo>
                    <a:pt x="1953050" y="286993"/>
                  </a:moveTo>
                  <a:lnTo>
                    <a:pt x="1953050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953050" y="286993"/>
                  </a:lnTo>
                  <a:close/>
                </a:path>
                <a:path w="1953050" h="286993" fill="none">
                  <a:moveTo>
                    <a:pt x="1953050" y="286993"/>
                  </a:moveTo>
                  <a:lnTo>
                    <a:pt x="1953050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953050" y="286993"/>
                  </a:lnTo>
                  <a:close/>
                </a:path>
              </a:pathLst>
            </a:custGeom>
            <a:solidFill>
              <a:schemeClr val="bg1"/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CHENG Chuange</a:t>
              </a:r>
            </a:p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Responsible Officer</a:t>
              </a:r>
              <a:endParaRPr lang="en-HK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</p:txBody>
        </p:sp>
        <p:sp>
          <p:nvSpPr>
            <p:cNvPr id="57" name="圆角矩形">
              <a:extLst>
                <a:ext uri="{FF2B5EF4-FFF2-40B4-BE49-F238E27FC236}">
                  <a16:creationId xmlns:a16="http://schemas.microsoft.com/office/drawing/2014/main" id="{3C364758-F0E4-0C49-F0FF-03932A96CB98}"/>
                </a:ext>
              </a:extLst>
            </p:cNvPr>
            <p:cNvSpPr/>
            <p:nvPr/>
          </p:nvSpPr>
          <p:spPr>
            <a:xfrm>
              <a:off x="8228241" y="3507090"/>
              <a:ext cx="849600" cy="428400"/>
            </a:xfrm>
            <a:custGeom>
              <a:avLst/>
              <a:gdLst>
                <a:gd name="connsiteX0" fmla="*/ 976525 w 1953050"/>
                <a:gd name="connsiteY0" fmla="*/ 202193 h 202193"/>
                <a:gd name="connsiteX1" fmla="*/ 976525 w 1953050"/>
                <a:gd name="connsiteY1" fmla="*/ 0 h 202193"/>
                <a:gd name="connsiteX2" fmla="*/ 1953050 w 1953050"/>
                <a:gd name="connsiteY2" fmla="*/ 101096 h 202193"/>
                <a:gd name="connsiteX3" fmla="*/ 0 w 1953050"/>
                <a:gd name="connsiteY3" fmla="*/ 101096 h 202193"/>
                <a:gd name="connsiteX4" fmla="*/ 976525 w 1953050"/>
                <a:gd name="connsiteY4" fmla="*/ 101096 h 2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3050" h="202193" stroke="0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  <a:path w="1953050" h="202193" fill="none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</a:pathLst>
            </a:custGeom>
            <a:grpFill/>
            <a:ln w="5300" cap="flat">
              <a:solidFill>
                <a:srgbClr val="101843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MIC of Compliance </a:t>
              </a:r>
              <a:r>
                <a:rPr lang="en-HK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and AML and CTF</a:t>
              </a:r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 </a:t>
              </a:r>
            </a:p>
          </p:txBody>
        </p:sp>
      </p:grpSp>
      <p:sp>
        <p:nvSpPr>
          <p:cNvPr id="129" name="长方形"/>
          <p:cNvSpPr/>
          <p:nvPr/>
        </p:nvSpPr>
        <p:spPr>
          <a:xfrm>
            <a:off x="5797601" y="4248109"/>
            <a:ext cx="792000" cy="284400"/>
          </a:xfrm>
          <a:custGeom>
            <a:avLst/>
            <a:gdLst>
              <a:gd name="connsiteX0" fmla="*/ 0 w 1052050"/>
              <a:gd name="connsiteY0" fmla="*/ 143496 h 286993"/>
              <a:gd name="connsiteX1" fmla="*/ 526025 w 1052050"/>
              <a:gd name="connsiteY1" fmla="*/ 0 h 286993"/>
              <a:gd name="connsiteX2" fmla="*/ 1052050 w 1052050"/>
              <a:gd name="connsiteY2" fmla="*/ 143496 h 286993"/>
              <a:gd name="connsiteX3" fmla="*/ 526025 w 1052050"/>
              <a:gd name="connsiteY3" fmla="*/ 286993 h 2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050" h="286993" stroke="0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  <a:path w="1052050" h="286993" fill="none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300" cap="flat">
            <a:solidFill>
              <a:schemeClr val="accent1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7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Risk Management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931F6B-3AD1-7E62-632A-1D92FBED8150}"/>
              </a:ext>
            </a:extLst>
          </p:cNvPr>
          <p:cNvGrpSpPr/>
          <p:nvPr/>
        </p:nvGrpSpPr>
        <p:grpSpPr>
          <a:xfrm>
            <a:off x="5765425" y="2818877"/>
            <a:ext cx="849600" cy="1204059"/>
            <a:chOff x="4866307" y="2733143"/>
            <a:chExt cx="849600" cy="1204059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59" name="长方形">
              <a:extLst>
                <a:ext uri="{FF2B5EF4-FFF2-40B4-BE49-F238E27FC236}">
                  <a16:creationId xmlns:a16="http://schemas.microsoft.com/office/drawing/2014/main" id="{E1014C33-26F5-4B00-F2DE-9F729601A1F5}"/>
                </a:ext>
              </a:extLst>
            </p:cNvPr>
            <p:cNvSpPr/>
            <p:nvPr/>
          </p:nvSpPr>
          <p:spPr>
            <a:xfrm>
              <a:off x="4875287" y="2733143"/>
              <a:ext cx="828000" cy="752400"/>
            </a:xfrm>
            <a:custGeom>
              <a:avLst/>
              <a:gdLst>
                <a:gd name="connsiteX0" fmla="*/ 0 w 1474725"/>
                <a:gd name="connsiteY0" fmla="*/ 143496 h 286993"/>
                <a:gd name="connsiteX1" fmla="*/ 737363 w 1474725"/>
                <a:gd name="connsiteY1" fmla="*/ 0 h 286993"/>
                <a:gd name="connsiteX2" fmla="*/ 1474725 w 1474725"/>
                <a:gd name="connsiteY2" fmla="*/ 143496 h 286993"/>
                <a:gd name="connsiteX3" fmla="*/ 737363 w 1474725"/>
                <a:gd name="connsiteY3" fmla="*/ 286993 h 286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4725" h="286993" stroke="0">
                  <a:moveTo>
                    <a:pt x="1474725" y="286993"/>
                  </a:moveTo>
                  <a:lnTo>
                    <a:pt x="1474725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474725" y="286993"/>
                  </a:lnTo>
                  <a:close/>
                </a:path>
                <a:path w="1474725" h="286993" fill="none">
                  <a:moveTo>
                    <a:pt x="1474725" y="286993"/>
                  </a:moveTo>
                  <a:lnTo>
                    <a:pt x="1474725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474725" y="286993"/>
                  </a:lnTo>
                  <a:close/>
                </a:path>
              </a:pathLst>
            </a:custGeom>
            <a:solidFill>
              <a:schemeClr val="bg1"/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CHEN Jing</a:t>
              </a:r>
            </a:p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Responsible Officer</a:t>
              </a:r>
              <a:endParaRPr lang="en-HK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</p:txBody>
        </p:sp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658FCEF8-DBFB-9906-1B33-97C2BA59E4DD}"/>
                </a:ext>
              </a:extLst>
            </p:cNvPr>
            <p:cNvSpPr/>
            <p:nvPr/>
          </p:nvSpPr>
          <p:spPr>
            <a:xfrm>
              <a:off x="4866307" y="3508802"/>
              <a:ext cx="849600" cy="428400"/>
            </a:xfrm>
            <a:custGeom>
              <a:avLst/>
              <a:gdLst>
                <a:gd name="connsiteX0" fmla="*/ 976525 w 1953050"/>
                <a:gd name="connsiteY0" fmla="*/ 202193 h 202193"/>
                <a:gd name="connsiteX1" fmla="*/ 976525 w 1953050"/>
                <a:gd name="connsiteY1" fmla="*/ 0 h 202193"/>
                <a:gd name="connsiteX2" fmla="*/ 1953050 w 1953050"/>
                <a:gd name="connsiteY2" fmla="*/ 101096 h 202193"/>
                <a:gd name="connsiteX3" fmla="*/ 0 w 1953050"/>
                <a:gd name="connsiteY3" fmla="*/ 101096 h 202193"/>
                <a:gd name="connsiteX4" fmla="*/ 976525 w 1953050"/>
                <a:gd name="connsiteY4" fmla="*/ 101096 h 2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3050" h="202193" stroke="0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  <a:path w="1953050" h="202193" fill="none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</a:pathLst>
            </a:custGeom>
            <a:grpFill/>
            <a:ln w="5300" cap="flat">
              <a:solidFill>
                <a:srgbClr val="101843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MIC of Risk Management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6C48F5-108B-7ED2-E781-EDB0AC60C14D}"/>
              </a:ext>
            </a:extLst>
          </p:cNvPr>
          <p:cNvGrpSpPr/>
          <p:nvPr/>
        </p:nvGrpSpPr>
        <p:grpSpPr>
          <a:xfrm>
            <a:off x="4748565" y="2818877"/>
            <a:ext cx="849600" cy="1198979"/>
            <a:chOff x="3741145" y="2733143"/>
            <a:chExt cx="849600" cy="1198979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0" name="长方形">
              <a:extLst>
                <a:ext uri="{FF2B5EF4-FFF2-40B4-BE49-F238E27FC236}">
                  <a16:creationId xmlns:a16="http://schemas.microsoft.com/office/drawing/2014/main" id="{DB2F2AE2-E7A0-188F-F9AE-238E34398435}"/>
                </a:ext>
              </a:extLst>
            </p:cNvPr>
            <p:cNvSpPr/>
            <p:nvPr/>
          </p:nvSpPr>
          <p:spPr>
            <a:xfrm>
              <a:off x="3750624" y="2733143"/>
              <a:ext cx="828000" cy="752400"/>
            </a:xfrm>
            <a:custGeom>
              <a:avLst/>
              <a:gdLst>
                <a:gd name="connsiteX0" fmla="*/ 0 w 1953050"/>
                <a:gd name="connsiteY0" fmla="*/ 143496 h 286993"/>
                <a:gd name="connsiteX1" fmla="*/ 976525 w 1953050"/>
                <a:gd name="connsiteY1" fmla="*/ 0 h 286993"/>
                <a:gd name="connsiteX2" fmla="*/ 1953050 w 1953050"/>
                <a:gd name="connsiteY2" fmla="*/ 143496 h 286993"/>
                <a:gd name="connsiteX3" fmla="*/ 976525 w 1953050"/>
                <a:gd name="connsiteY3" fmla="*/ 286993 h 286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3050" h="286993" stroke="0">
                  <a:moveTo>
                    <a:pt x="1953050" y="286993"/>
                  </a:moveTo>
                  <a:lnTo>
                    <a:pt x="1953050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953050" y="286993"/>
                  </a:lnTo>
                  <a:close/>
                </a:path>
                <a:path w="1953050" h="286993" fill="none">
                  <a:moveTo>
                    <a:pt x="1953050" y="286993"/>
                  </a:moveTo>
                  <a:lnTo>
                    <a:pt x="1953050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953050" y="286993"/>
                  </a:lnTo>
                  <a:close/>
                </a:path>
              </a:pathLst>
            </a:custGeom>
            <a:solidFill>
              <a:schemeClr val="bg1"/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CHEN Jing</a:t>
              </a:r>
              <a:endParaRPr lang="en-HK" altLang="zh-TW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  <a:p>
              <a:pPr algn="ctr"/>
              <a:r>
                <a:rPr lang="en-HK" altLang="zh-TW" sz="700" dirty="0">
                  <a:solidFill>
                    <a:srgbClr val="595959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Responsible Officer</a:t>
              </a:r>
              <a:endParaRPr lang="zh-CN" altLang="en-US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</p:txBody>
        </p:sp>
        <p:sp>
          <p:nvSpPr>
            <p:cNvPr id="39" name="圆角矩形">
              <a:extLst>
                <a:ext uri="{FF2B5EF4-FFF2-40B4-BE49-F238E27FC236}">
                  <a16:creationId xmlns:a16="http://schemas.microsoft.com/office/drawing/2014/main" id="{814F2AFD-DC8E-E271-5361-25B2A5BF13B7}"/>
                </a:ext>
              </a:extLst>
            </p:cNvPr>
            <p:cNvSpPr/>
            <p:nvPr/>
          </p:nvSpPr>
          <p:spPr>
            <a:xfrm>
              <a:off x="3741145" y="3503722"/>
              <a:ext cx="849600" cy="428400"/>
            </a:xfrm>
            <a:custGeom>
              <a:avLst/>
              <a:gdLst>
                <a:gd name="connsiteX0" fmla="*/ 976525 w 1953050"/>
                <a:gd name="connsiteY0" fmla="*/ 202193 h 202193"/>
                <a:gd name="connsiteX1" fmla="*/ 976525 w 1953050"/>
                <a:gd name="connsiteY1" fmla="*/ 0 h 202193"/>
                <a:gd name="connsiteX2" fmla="*/ 1953050 w 1953050"/>
                <a:gd name="connsiteY2" fmla="*/ 101096 h 202193"/>
                <a:gd name="connsiteX3" fmla="*/ 0 w 1953050"/>
                <a:gd name="connsiteY3" fmla="*/ 101096 h 202193"/>
                <a:gd name="connsiteX4" fmla="*/ 976525 w 1953050"/>
                <a:gd name="connsiteY4" fmla="*/ 101096 h 2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3050" h="202193" stroke="0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  <a:path w="1953050" h="202193" fill="none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</a:pathLst>
            </a:custGeom>
            <a:grpFill/>
            <a:ln w="5300" cap="flat">
              <a:solidFill>
                <a:srgbClr val="101843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MIC of Operational Control and Review</a:t>
              </a:r>
            </a:p>
          </p:txBody>
        </p:sp>
      </p:grpSp>
      <p:sp>
        <p:nvSpPr>
          <p:cNvPr id="66" name="长方形">
            <a:extLst>
              <a:ext uri="{FF2B5EF4-FFF2-40B4-BE49-F238E27FC236}">
                <a16:creationId xmlns:a16="http://schemas.microsoft.com/office/drawing/2014/main" id="{0BDA05CF-9EBE-BBB9-C543-35B867BEF3B0}"/>
              </a:ext>
            </a:extLst>
          </p:cNvPr>
          <p:cNvSpPr/>
          <p:nvPr/>
        </p:nvSpPr>
        <p:spPr>
          <a:xfrm>
            <a:off x="4780742" y="4248109"/>
            <a:ext cx="792000" cy="284400"/>
          </a:xfrm>
          <a:custGeom>
            <a:avLst/>
            <a:gdLst>
              <a:gd name="connsiteX0" fmla="*/ 0 w 1052050"/>
              <a:gd name="connsiteY0" fmla="*/ 143496 h 286993"/>
              <a:gd name="connsiteX1" fmla="*/ 526025 w 1052050"/>
              <a:gd name="connsiteY1" fmla="*/ 0 h 286993"/>
              <a:gd name="connsiteX2" fmla="*/ 1052050 w 1052050"/>
              <a:gd name="connsiteY2" fmla="*/ 143496 h 286993"/>
              <a:gd name="connsiteX3" fmla="*/ 526025 w 1052050"/>
              <a:gd name="connsiteY3" fmla="*/ 286993 h 2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050" h="286993" stroke="0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  <a:path w="1052050" h="286993" fill="none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300" cap="flat">
            <a:solidFill>
              <a:schemeClr val="accent1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7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Operations</a:t>
            </a:r>
          </a:p>
        </p:txBody>
      </p:sp>
      <p:sp>
        <p:nvSpPr>
          <p:cNvPr id="5" name="长方形">
            <a:extLst>
              <a:ext uri="{FF2B5EF4-FFF2-40B4-BE49-F238E27FC236}">
                <a16:creationId xmlns:a16="http://schemas.microsoft.com/office/drawing/2014/main" id="{ADDA4338-5EB3-B2AB-56C7-D835C8C62D8F}"/>
              </a:ext>
            </a:extLst>
          </p:cNvPr>
          <p:cNvSpPr/>
          <p:nvPr/>
        </p:nvSpPr>
        <p:spPr>
          <a:xfrm>
            <a:off x="2754937" y="4248109"/>
            <a:ext cx="791017" cy="284400"/>
          </a:xfrm>
          <a:custGeom>
            <a:avLst/>
            <a:gdLst>
              <a:gd name="connsiteX0" fmla="*/ 0 w 1052050"/>
              <a:gd name="connsiteY0" fmla="*/ 143496 h 286993"/>
              <a:gd name="connsiteX1" fmla="*/ 526025 w 1052050"/>
              <a:gd name="connsiteY1" fmla="*/ 0 h 286993"/>
              <a:gd name="connsiteX2" fmla="*/ 1052050 w 1052050"/>
              <a:gd name="connsiteY2" fmla="*/ 143496 h 286993"/>
              <a:gd name="connsiteX3" fmla="*/ 526025 w 1052050"/>
              <a:gd name="connsiteY3" fmla="*/ 286993 h 2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050" h="286993" stroke="0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  <a:path w="1052050" h="286993" fill="none">
                <a:moveTo>
                  <a:pt x="1052050" y="286993"/>
                </a:moveTo>
                <a:lnTo>
                  <a:pt x="1052050" y="0"/>
                </a:lnTo>
                <a:lnTo>
                  <a:pt x="0" y="0"/>
                </a:lnTo>
                <a:lnTo>
                  <a:pt x="0" y="286993"/>
                </a:lnTo>
                <a:lnTo>
                  <a:pt x="1052050" y="2869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300" cap="flat">
            <a:solidFill>
              <a:srgbClr val="101843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en-HK" altLang="zh-CN" sz="700" b="1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Sales &amp; Marketing</a:t>
            </a:r>
            <a:endParaRPr lang="zh-CN" altLang="en-US" sz="700" b="1" dirty="0">
              <a:solidFill>
                <a:srgbClr val="454545"/>
              </a:solidFill>
              <a:latin typeface="Candara" panose="020E0502030303020204" pitchFamily="34" charset="0"/>
              <a:ea typeface="微软雅黑"/>
              <a:cs typeface="微软雅黑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AD70F51-2B46-FC27-4E51-6C18544681DD}"/>
              </a:ext>
            </a:extLst>
          </p:cNvPr>
          <p:cNvCxnSpPr>
            <a:cxnSpLocks/>
          </p:cNvCxnSpPr>
          <p:nvPr/>
        </p:nvCxnSpPr>
        <p:spPr>
          <a:xfrm>
            <a:off x="3139646" y="2524502"/>
            <a:ext cx="61011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3054418-0887-A31E-1B03-74919FD8FB70}"/>
              </a:ext>
            </a:extLst>
          </p:cNvPr>
          <p:cNvCxnSpPr>
            <a:cxnSpLocks/>
            <a:endCxn id="115" idx="1"/>
          </p:cNvCxnSpPr>
          <p:nvPr/>
        </p:nvCxnSpPr>
        <p:spPr>
          <a:xfrm>
            <a:off x="4138897" y="2532245"/>
            <a:ext cx="0" cy="294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43EF054-D797-D702-B834-692A13A4785D}"/>
              </a:ext>
            </a:extLst>
          </p:cNvPr>
          <p:cNvCxnSpPr>
            <a:cxnSpLocks/>
          </p:cNvCxnSpPr>
          <p:nvPr/>
        </p:nvCxnSpPr>
        <p:spPr>
          <a:xfrm>
            <a:off x="3139645" y="2509784"/>
            <a:ext cx="0" cy="3238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537D3BA-985C-34B7-D422-3625027E3F57}"/>
              </a:ext>
            </a:extLst>
          </p:cNvPr>
          <p:cNvCxnSpPr>
            <a:cxnSpLocks/>
          </p:cNvCxnSpPr>
          <p:nvPr/>
        </p:nvCxnSpPr>
        <p:spPr>
          <a:xfrm>
            <a:off x="6187905" y="2524502"/>
            <a:ext cx="0" cy="294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5A25C22-E52D-7B85-4DE1-5AE15A1A8414}"/>
              </a:ext>
            </a:extLst>
          </p:cNvPr>
          <p:cNvCxnSpPr>
            <a:cxnSpLocks/>
          </p:cNvCxnSpPr>
          <p:nvPr/>
        </p:nvCxnSpPr>
        <p:spPr>
          <a:xfrm>
            <a:off x="7204766" y="2524502"/>
            <a:ext cx="0" cy="294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58809FF-CFF5-0363-3453-087799344905}"/>
              </a:ext>
            </a:extLst>
          </p:cNvPr>
          <p:cNvCxnSpPr>
            <a:cxnSpLocks/>
          </p:cNvCxnSpPr>
          <p:nvPr/>
        </p:nvCxnSpPr>
        <p:spPr>
          <a:xfrm>
            <a:off x="8221127" y="2524502"/>
            <a:ext cx="0" cy="294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C57377E-31BA-25F6-F48F-DFB188EF9956}"/>
              </a:ext>
            </a:extLst>
          </p:cNvPr>
          <p:cNvCxnSpPr>
            <a:cxnSpLocks/>
          </p:cNvCxnSpPr>
          <p:nvPr/>
        </p:nvCxnSpPr>
        <p:spPr>
          <a:xfrm>
            <a:off x="9236100" y="2524502"/>
            <a:ext cx="0" cy="294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3884363-C55A-1CC7-DED5-05B85139D46B}"/>
              </a:ext>
            </a:extLst>
          </p:cNvPr>
          <p:cNvCxnSpPr>
            <a:cxnSpLocks/>
            <a:stCxn id="116" idx="0"/>
            <a:endCxn id="120" idx="1"/>
          </p:cNvCxnSpPr>
          <p:nvPr/>
        </p:nvCxnSpPr>
        <p:spPr>
          <a:xfrm>
            <a:off x="4139084" y="4030678"/>
            <a:ext cx="380" cy="225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BD4B0A36-0041-F0C9-72A7-534A49E5301E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5173366" y="4012775"/>
            <a:ext cx="3377" cy="235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4518026-A666-7BE8-90D2-20E41658E325}"/>
              </a:ext>
            </a:extLst>
          </p:cNvPr>
          <p:cNvCxnSpPr>
            <a:cxnSpLocks/>
          </p:cNvCxnSpPr>
          <p:nvPr/>
        </p:nvCxnSpPr>
        <p:spPr>
          <a:xfrm>
            <a:off x="6190630" y="4012775"/>
            <a:ext cx="3377" cy="235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EDABD0F-D77E-038E-BCB4-D7ACCA7B1B4F}"/>
              </a:ext>
            </a:extLst>
          </p:cNvPr>
          <p:cNvCxnSpPr>
            <a:cxnSpLocks/>
          </p:cNvCxnSpPr>
          <p:nvPr/>
        </p:nvCxnSpPr>
        <p:spPr>
          <a:xfrm>
            <a:off x="7216196" y="4012775"/>
            <a:ext cx="3377" cy="235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83A565A-1680-09B5-BF9D-4B2AE09BF02A}"/>
              </a:ext>
            </a:extLst>
          </p:cNvPr>
          <p:cNvCxnSpPr>
            <a:cxnSpLocks/>
          </p:cNvCxnSpPr>
          <p:nvPr/>
        </p:nvCxnSpPr>
        <p:spPr>
          <a:xfrm>
            <a:off x="8257203" y="4012775"/>
            <a:ext cx="3377" cy="235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B739FBF-461A-87E8-ECCE-FD78DB590713}"/>
              </a:ext>
            </a:extLst>
          </p:cNvPr>
          <p:cNvCxnSpPr>
            <a:cxnSpLocks/>
          </p:cNvCxnSpPr>
          <p:nvPr/>
        </p:nvCxnSpPr>
        <p:spPr>
          <a:xfrm>
            <a:off x="9266228" y="4012775"/>
            <a:ext cx="3377" cy="235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BB9175-6DF7-DFCE-0E81-B1FAB14004E5}"/>
              </a:ext>
            </a:extLst>
          </p:cNvPr>
          <p:cNvCxnSpPr>
            <a:cxnSpLocks/>
          </p:cNvCxnSpPr>
          <p:nvPr/>
        </p:nvCxnSpPr>
        <p:spPr>
          <a:xfrm>
            <a:off x="3139645" y="4012775"/>
            <a:ext cx="0" cy="127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1E633E3-EC4B-74EE-E41B-2BD83DD67DC3}"/>
              </a:ext>
            </a:extLst>
          </p:cNvPr>
          <p:cNvCxnSpPr>
            <a:cxnSpLocks/>
          </p:cNvCxnSpPr>
          <p:nvPr/>
        </p:nvCxnSpPr>
        <p:spPr>
          <a:xfrm>
            <a:off x="3139645" y="4120265"/>
            <a:ext cx="0" cy="127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5786863-B86C-871D-B119-D50D820D48DE}"/>
              </a:ext>
            </a:extLst>
          </p:cNvPr>
          <p:cNvGrpSpPr/>
          <p:nvPr/>
        </p:nvGrpSpPr>
        <p:grpSpPr>
          <a:xfrm>
            <a:off x="2726692" y="2832336"/>
            <a:ext cx="849600" cy="1198255"/>
            <a:chOff x="2097465" y="2709620"/>
            <a:chExt cx="849600" cy="1198255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0" name="圆角矩形">
              <a:extLst>
                <a:ext uri="{FF2B5EF4-FFF2-40B4-BE49-F238E27FC236}">
                  <a16:creationId xmlns:a16="http://schemas.microsoft.com/office/drawing/2014/main" id="{CCE32DBF-08C5-CEE7-3DCA-CE8409692E21}"/>
                </a:ext>
              </a:extLst>
            </p:cNvPr>
            <p:cNvSpPr/>
            <p:nvPr/>
          </p:nvSpPr>
          <p:spPr>
            <a:xfrm>
              <a:off x="2097465" y="3479475"/>
              <a:ext cx="849600" cy="428400"/>
            </a:xfrm>
            <a:custGeom>
              <a:avLst/>
              <a:gdLst>
                <a:gd name="connsiteX0" fmla="*/ 976525 w 1953050"/>
                <a:gd name="connsiteY0" fmla="*/ 202193 h 202193"/>
                <a:gd name="connsiteX1" fmla="*/ 976525 w 1953050"/>
                <a:gd name="connsiteY1" fmla="*/ 0 h 202193"/>
                <a:gd name="connsiteX2" fmla="*/ 1953050 w 1953050"/>
                <a:gd name="connsiteY2" fmla="*/ 101096 h 202193"/>
                <a:gd name="connsiteX3" fmla="*/ 0 w 1953050"/>
                <a:gd name="connsiteY3" fmla="*/ 101096 h 202193"/>
                <a:gd name="connsiteX4" fmla="*/ 976525 w 1953050"/>
                <a:gd name="connsiteY4" fmla="*/ 101096 h 2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3050" h="202193" stroke="0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  <a:path w="1953050" h="202193" fill="none">
                  <a:moveTo>
                    <a:pt x="1889450" y="202193"/>
                  </a:moveTo>
                  <a:cubicBezTo>
                    <a:pt x="1924578" y="202193"/>
                    <a:pt x="1953050" y="173719"/>
                    <a:pt x="1953050" y="138593"/>
                  </a:cubicBezTo>
                  <a:lnTo>
                    <a:pt x="1953050" y="63600"/>
                  </a:lnTo>
                  <a:cubicBezTo>
                    <a:pt x="1953050" y="28474"/>
                    <a:pt x="1924578" y="0"/>
                    <a:pt x="1889450" y="0"/>
                  </a:cubicBezTo>
                  <a:lnTo>
                    <a:pt x="63600" y="0"/>
                  </a:lnTo>
                  <a:cubicBezTo>
                    <a:pt x="28474" y="0"/>
                    <a:pt x="0" y="28474"/>
                    <a:pt x="0" y="63600"/>
                  </a:cubicBezTo>
                  <a:lnTo>
                    <a:pt x="0" y="138593"/>
                  </a:lnTo>
                  <a:cubicBezTo>
                    <a:pt x="0" y="173719"/>
                    <a:pt x="28474" y="202193"/>
                    <a:pt x="63600" y="202193"/>
                  </a:cubicBezTo>
                  <a:lnTo>
                    <a:pt x="1889450" y="202193"/>
                  </a:lnTo>
                  <a:close/>
                </a:path>
              </a:pathLst>
            </a:custGeom>
            <a:grpFill/>
            <a:ln w="5300" cap="flat">
              <a:solidFill>
                <a:srgbClr val="101843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en-US" altLang="zh-CN" sz="700" b="1" i="1" dirty="0">
                  <a:solidFill>
                    <a:srgbClr val="FF0000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 </a:t>
              </a:r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MIC of Key Business Line (Type 4 &amp; 9 RA)</a:t>
              </a:r>
              <a:endParaRPr lang="zh-CN" altLang="en-US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</p:txBody>
        </p:sp>
        <p:sp>
          <p:nvSpPr>
            <p:cNvPr id="13" name="长方形">
              <a:extLst>
                <a:ext uri="{FF2B5EF4-FFF2-40B4-BE49-F238E27FC236}">
                  <a16:creationId xmlns:a16="http://schemas.microsoft.com/office/drawing/2014/main" id="{AF742B66-8810-2DCA-A7B3-CED0D48D1972}"/>
                </a:ext>
              </a:extLst>
            </p:cNvPr>
            <p:cNvSpPr/>
            <p:nvPr/>
          </p:nvSpPr>
          <p:spPr>
            <a:xfrm>
              <a:off x="2119065" y="2709620"/>
              <a:ext cx="828000" cy="752400"/>
            </a:xfrm>
            <a:custGeom>
              <a:avLst/>
              <a:gdLst>
                <a:gd name="connsiteX0" fmla="*/ 0 w 1953050"/>
                <a:gd name="connsiteY0" fmla="*/ 143496 h 286993"/>
                <a:gd name="connsiteX1" fmla="*/ 976525 w 1953050"/>
                <a:gd name="connsiteY1" fmla="*/ 0 h 286993"/>
                <a:gd name="connsiteX2" fmla="*/ 1953050 w 1953050"/>
                <a:gd name="connsiteY2" fmla="*/ 143496 h 286993"/>
                <a:gd name="connsiteX3" fmla="*/ 976525 w 1953050"/>
                <a:gd name="connsiteY3" fmla="*/ 286993 h 286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3050" h="286993" stroke="0">
                  <a:moveTo>
                    <a:pt x="1953050" y="286993"/>
                  </a:moveTo>
                  <a:lnTo>
                    <a:pt x="1953050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953050" y="286993"/>
                  </a:lnTo>
                  <a:close/>
                </a:path>
                <a:path w="1953050" h="286993" fill="none">
                  <a:moveTo>
                    <a:pt x="1953050" y="286993"/>
                  </a:moveTo>
                  <a:lnTo>
                    <a:pt x="1953050" y="0"/>
                  </a:lnTo>
                  <a:lnTo>
                    <a:pt x="0" y="0"/>
                  </a:lnTo>
                  <a:lnTo>
                    <a:pt x="0" y="286993"/>
                  </a:lnTo>
                  <a:lnTo>
                    <a:pt x="1953050" y="286993"/>
                  </a:lnTo>
                  <a:close/>
                </a:path>
              </a:pathLst>
            </a:custGeom>
            <a:solidFill>
              <a:schemeClr val="bg1"/>
            </a:solidFill>
            <a:ln w="53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en-US" altLang="zh-CN" sz="700" dirty="0">
                  <a:solidFill>
                    <a:srgbClr val="454545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CHEN Jing</a:t>
              </a:r>
            </a:p>
            <a:p>
              <a:pPr algn="ctr"/>
              <a:r>
                <a:rPr lang="en-HK" altLang="zh-TW" sz="700" dirty="0">
                  <a:solidFill>
                    <a:srgbClr val="595959"/>
                  </a:solidFill>
                  <a:latin typeface="Candara" panose="020E0502030303020204" pitchFamily="34" charset="0"/>
                  <a:ea typeface="微软雅黑"/>
                  <a:cs typeface="微软雅黑"/>
                </a:rPr>
                <a:t>Responsible Officers</a:t>
              </a:r>
              <a:endParaRPr lang="zh-CN" altLang="en-US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CC5F2C-D9DC-9288-7C17-9D216528137D}"/>
              </a:ext>
            </a:extLst>
          </p:cNvPr>
          <p:cNvCxnSpPr>
            <a:cxnSpLocks/>
          </p:cNvCxnSpPr>
          <p:nvPr/>
        </p:nvCxnSpPr>
        <p:spPr>
          <a:xfrm>
            <a:off x="5173365" y="2532245"/>
            <a:ext cx="0" cy="294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35F53D-D732-C02A-92A8-466B414B3501}"/>
              </a:ext>
            </a:extLst>
          </p:cNvPr>
          <p:cNvCxnSpPr>
            <a:cxnSpLocks/>
          </p:cNvCxnSpPr>
          <p:nvPr/>
        </p:nvCxnSpPr>
        <p:spPr>
          <a:xfrm>
            <a:off x="6186677" y="1989354"/>
            <a:ext cx="0" cy="535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E28045-A668-A2B9-C5B4-B828CC2488F2}"/>
              </a:ext>
            </a:extLst>
          </p:cNvPr>
          <p:cNvSpPr txBox="1"/>
          <p:nvPr/>
        </p:nvSpPr>
        <p:spPr>
          <a:xfrm>
            <a:off x="1596320" y="5985696"/>
            <a:ext cx="7068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ndara" panose="020E0502030303020204" pitchFamily="34" charset="0"/>
              </a:rPr>
              <a:t>*Note: As part of its commitment to enhanced corporate governance and the principle of segregation of duties, the Company will seek additional suitable candidates to assume the role of Manager-in-Charge for these core functions.</a:t>
            </a:r>
            <a:endParaRPr lang="en-HK" dirty="0"/>
          </a:p>
        </p:txBody>
      </p:sp>
      <p:sp>
        <p:nvSpPr>
          <p:cNvPr id="6" name="长方形">
            <a:extLst>
              <a:ext uri="{FF2B5EF4-FFF2-40B4-BE49-F238E27FC236}">
                <a16:creationId xmlns:a16="http://schemas.microsoft.com/office/drawing/2014/main" id="{F5AE71EE-651C-63EE-7D74-C3AA20F68D67}"/>
              </a:ext>
            </a:extLst>
          </p:cNvPr>
          <p:cNvSpPr/>
          <p:nvPr/>
        </p:nvSpPr>
        <p:spPr>
          <a:xfrm>
            <a:off x="8502650" y="4732505"/>
            <a:ext cx="1558455" cy="400988"/>
          </a:xfrm>
          <a:custGeom>
            <a:avLst/>
            <a:gdLst>
              <a:gd name="connsiteX0" fmla="*/ 0 w 1474725"/>
              <a:gd name="connsiteY0" fmla="*/ 143496 h 286993"/>
              <a:gd name="connsiteX1" fmla="*/ 737363 w 1474725"/>
              <a:gd name="connsiteY1" fmla="*/ 0 h 286993"/>
              <a:gd name="connsiteX2" fmla="*/ 1474725 w 1474725"/>
              <a:gd name="connsiteY2" fmla="*/ 143496 h 286993"/>
              <a:gd name="connsiteX3" fmla="*/ 737363 w 1474725"/>
              <a:gd name="connsiteY3" fmla="*/ 286993 h 2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4725" h="286993" stroke="0">
                <a:moveTo>
                  <a:pt x="1474725" y="286993"/>
                </a:moveTo>
                <a:lnTo>
                  <a:pt x="1474725" y="0"/>
                </a:lnTo>
                <a:lnTo>
                  <a:pt x="0" y="0"/>
                </a:lnTo>
                <a:lnTo>
                  <a:pt x="0" y="286993"/>
                </a:lnTo>
                <a:lnTo>
                  <a:pt x="1474725" y="286993"/>
                </a:lnTo>
                <a:close/>
              </a:path>
              <a:path w="1474725" h="286993" fill="none">
                <a:moveTo>
                  <a:pt x="1474725" y="286993"/>
                </a:moveTo>
                <a:lnTo>
                  <a:pt x="1474725" y="0"/>
                </a:lnTo>
                <a:lnTo>
                  <a:pt x="0" y="0"/>
                </a:lnTo>
                <a:lnTo>
                  <a:pt x="0" y="286993"/>
                </a:lnTo>
                <a:lnTo>
                  <a:pt x="1474725" y="28699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300" cap="flat">
            <a:solidFill>
              <a:srgbClr val="101843"/>
            </a:solidFill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en-HK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Supported by external law firm, compliance consulting firm, and </a:t>
            </a:r>
          </a:p>
          <a:p>
            <a:pPr algn="ctr"/>
            <a:r>
              <a:rPr lang="en-HK" altLang="zh-CN" sz="700" dirty="0">
                <a:solidFill>
                  <a:srgbClr val="454545"/>
                </a:solidFill>
                <a:latin typeface="Candara" panose="020E0502030303020204" pitchFamily="34" charset="0"/>
                <a:ea typeface="微软雅黑"/>
                <a:cs typeface="微软雅黑"/>
              </a:rPr>
              <a:t>fund administrator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3EED93-AA26-647D-2DD6-11B3049570A4}"/>
              </a:ext>
            </a:extLst>
          </p:cNvPr>
          <p:cNvCxnSpPr>
            <a:cxnSpLocks/>
          </p:cNvCxnSpPr>
          <p:nvPr/>
        </p:nvCxnSpPr>
        <p:spPr>
          <a:xfrm>
            <a:off x="9276313" y="4527086"/>
            <a:ext cx="0" cy="2016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4C0C0F-B4CA-94F0-2C28-90850F589846}"/>
              </a:ext>
            </a:extLst>
          </p:cNvPr>
          <p:cNvCxnSpPr>
            <a:cxnSpLocks/>
          </p:cNvCxnSpPr>
          <p:nvPr/>
        </p:nvCxnSpPr>
        <p:spPr>
          <a:xfrm flipV="1">
            <a:off x="3134941" y="4120265"/>
            <a:ext cx="1003956" cy="35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243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b4bad7-581f-4c7c-9953-7f6714d46adf" xsi:nil="true"/>
    <lcf76f155ced4ddcb4097134ff3c332f xmlns="04ab1117-07ae-425b-9e49-f06410bfd36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452696F1B1A4A8BE444F85C050EF5" ma:contentTypeVersion="11" ma:contentTypeDescription="Create a new document." ma:contentTypeScope="" ma:versionID="1e72dc7258718fdf68e996c1060694be">
  <xsd:schema xmlns:xsd="http://www.w3.org/2001/XMLSchema" xmlns:xs="http://www.w3.org/2001/XMLSchema" xmlns:p="http://schemas.microsoft.com/office/2006/metadata/properties" xmlns:ns2="04ab1117-07ae-425b-9e49-f06410bfd36b" xmlns:ns3="d3b4bad7-581f-4c7c-9953-7f6714d46adf" targetNamespace="http://schemas.microsoft.com/office/2006/metadata/properties" ma:root="true" ma:fieldsID="337c32200406cd00fe97a0dc41424142" ns2:_="" ns3:_="">
    <xsd:import namespace="04ab1117-07ae-425b-9e49-f06410bfd36b"/>
    <xsd:import namespace="d3b4bad7-581f-4c7c-9953-7f6714d46a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ab1117-07ae-425b-9e49-f06410bfd3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e5c391f-fdb7-4134-a7c0-f989e85abf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b4bad7-581f-4c7c-9953-7f6714d46ad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0a1be0e-220f-4006-b3eb-624ee276c8f2}" ma:internalName="TaxCatchAll" ma:showField="CatchAllData" ma:web="d3b4bad7-581f-4c7c-9953-7f6714d46a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8A2D02-6515-49D6-822F-FC376D656EA9}">
  <ds:schemaRefs>
    <ds:schemaRef ds:uri="http://schemas.microsoft.com/office/2006/metadata/properties"/>
    <ds:schemaRef ds:uri="http://schemas.microsoft.com/office/infopath/2007/PartnerControls"/>
    <ds:schemaRef ds:uri="d3b4bad7-581f-4c7c-9953-7f6714d46adf"/>
    <ds:schemaRef ds:uri="04ab1117-07ae-425b-9e49-f06410bfd36b"/>
  </ds:schemaRefs>
</ds:datastoreItem>
</file>

<file path=customXml/itemProps2.xml><?xml version="1.0" encoding="utf-8"?>
<ds:datastoreItem xmlns:ds="http://schemas.openxmlformats.org/officeDocument/2006/customXml" ds:itemID="{FDEBDF89-E1B1-47D2-B5CC-5B4A2C682E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19DF4F-0786-42B7-BD3B-C7FBA9BF44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ab1117-07ae-425b-9e49-f06410bfd36b"/>
    <ds:schemaRef ds:uri="d3b4bad7-581f-4c7c-9953-7f6714d46a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178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Candara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Li</dc:creator>
  <cp:lastModifiedBy>Joyce Xu</cp:lastModifiedBy>
  <cp:revision>1</cp:revision>
  <dcterms:created xsi:type="dcterms:W3CDTF">2025-10-26T14:13:19Z</dcterms:created>
  <dcterms:modified xsi:type="dcterms:W3CDTF">2026-06-23T01:40:52Z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0x0101004DE452696F1B1A4A8BE444F85C050EF5</vt:lpwstr>
  </property>
  <property fmtid="{D5CDD505-2E9C-101B-9397-08002B2CF9AE}" pid="3" name="MediaServiceImageTags">
    <vt:lpwstr/>
  </property>
</Properties>
</file>